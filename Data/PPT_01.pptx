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6"/>
  </p:notesMasterIdLst>
  <p:sldIdLst>
    <p:sldId id="1820" r:id="rId5"/>
  </p:sldIdLst>
  <p:sldSz cx="14630400" cy="9144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4EC7C4A-F09A-D2C6-DCA3-4CA1FA6A5A80}" name="Jake Erlich" initials="JE" userId="S::jerlich@capitalareafoodbank.org::a1cf18eb-6087-4855-9e5a-b9227e99803a" providerId="AD"/>
  <p188:author id="{4C85B34E-F0E1-232D-973B-8E61E824EB43}" name="Radha Muthiah" initials="RM" userId="S::rmuthiah@capitalareafoodbank.org::863bf00b-6526-4e13-a704-8a4876f1b3fc" providerId="AD"/>
  <p188:author id="{9746BFA9-8E5A-E945-3426-9F6A19E73721}" name="Krista Scalise" initials="KS" userId="S::kscalise@capitalareafoodbank.org::f7c19400-8de2-4a14-8533-9f1a020eacac" providerId="AD"/>
  <p188:author id="{5C0DE6D1-78ED-5722-8808-44222743354F}" name="Sabrina Tadele" initials="ST" userId="S::stadele@capitalareafoodbank.org::64303272-8324-44ea-bb9b-fee593ad968f" providerId="AD"/>
  <p188:author id="{D7D95CE9-E674-93DF-4B74-923BDAB4797F}" name="Susan Topping" initials="ST" userId="S::stopping@capitalareafoodbank.org::e6ceda29-fd7a-4b80-943f-014fa056ae8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0E2"/>
    <a:srgbClr val="82C56A"/>
    <a:srgbClr val="DC7A00"/>
    <a:srgbClr val="4E8227"/>
    <a:srgbClr val="004B26"/>
    <a:srgbClr val="4A4A4A"/>
    <a:srgbClr val="F6CF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ACD115-98EB-4752-81E2-FC091A36F297}" v="1393" dt="2023-01-11T19:59:28.740"/>
    <p1510:client id="{48E98DBA-724A-44EC-B7CD-1638BF9CEA70}" v="2" dt="2023-01-12T16:47:32.434"/>
    <p1510:client id="{9D1CBD17-5088-F509-80E6-AD4A8F72FAB6}" v="3" dt="2023-01-11T21:26:05.003"/>
    <p1510:client id="{BD46667D-E1D5-40AD-B607-0357510022CE}" v="5584" dt="2023-01-12T19:52:52.338"/>
    <p1510:client id="{CD83578A-4729-E20E-C5F5-F498E036E3DF}" v="3" dt="2023-01-12T02:00:27.546"/>
    <p1510:client id="{D2307847-508E-4427-B8C9-15239A14E699}" v="2" dt="2023-01-12T16:00:07.068"/>
  </p1510:revLst>
</p1510:revInfo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3856"/>
    <p:restoredTop sz="94698"/>
  </p:normalViewPr>
  <p:slideViewPr>
    <p:cSldViewPr snapToGrid="0">
      <p:cViewPr varScale="1">
        <p:scale>
          <a:sx n="154" d="100"/>
          <a:sy n="154" d="100"/>
        </p:scale>
        <p:origin x="229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5BBD6FA-8755-E145-9441-F3FAF7B3A84E}" type="datetimeFigureOut">
              <a:rPr lang="en-US" smtClean="0"/>
              <a:t>4/15/25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5363" y="1162050"/>
            <a:ext cx="50196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F08E685-AD95-8B40-9F64-92E07E32A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616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41054" rtl="0" eaLnBrk="1" latinLnBrk="0" hangingPunct="1">
      <a:defRPr sz="1498" kern="1200">
        <a:solidFill>
          <a:schemeClr val="tx1"/>
        </a:solidFill>
        <a:latin typeface="+mn-lt"/>
        <a:ea typeface="+mn-ea"/>
        <a:cs typeface="+mn-cs"/>
      </a:defRPr>
    </a:lvl1pPr>
    <a:lvl2pPr marL="570528" algn="l" defTabSz="1141054" rtl="0" eaLnBrk="1" latinLnBrk="0" hangingPunct="1">
      <a:defRPr sz="1498" kern="1200">
        <a:solidFill>
          <a:schemeClr val="tx1"/>
        </a:solidFill>
        <a:latin typeface="+mn-lt"/>
        <a:ea typeface="+mn-ea"/>
        <a:cs typeface="+mn-cs"/>
      </a:defRPr>
    </a:lvl2pPr>
    <a:lvl3pPr marL="1141054" algn="l" defTabSz="1141054" rtl="0" eaLnBrk="1" latinLnBrk="0" hangingPunct="1">
      <a:defRPr sz="1498" kern="1200">
        <a:solidFill>
          <a:schemeClr val="tx1"/>
        </a:solidFill>
        <a:latin typeface="+mn-lt"/>
        <a:ea typeface="+mn-ea"/>
        <a:cs typeface="+mn-cs"/>
      </a:defRPr>
    </a:lvl3pPr>
    <a:lvl4pPr marL="1711582" algn="l" defTabSz="1141054" rtl="0" eaLnBrk="1" latinLnBrk="0" hangingPunct="1">
      <a:defRPr sz="1498" kern="1200">
        <a:solidFill>
          <a:schemeClr val="tx1"/>
        </a:solidFill>
        <a:latin typeface="+mn-lt"/>
        <a:ea typeface="+mn-ea"/>
        <a:cs typeface="+mn-cs"/>
      </a:defRPr>
    </a:lvl4pPr>
    <a:lvl5pPr marL="2282108" algn="l" defTabSz="1141054" rtl="0" eaLnBrk="1" latinLnBrk="0" hangingPunct="1">
      <a:defRPr sz="1498" kern="1200">
        <a:solidFill>
          <a:schemeClr val="tx1"/>
        </a:solidFill>
        <a:latin typeface="+mn-lt"/>
        <a:ea typeface="+mn-ea"/>
        <a:cs typeface="+mn-cs"/>
      </a:defRPr>
    </a:lvl5pPr>
    <a:lvl6pPr marL="2852636" algn="l" defTabSz="1141054" rtl="0" eaLnBrk="1" latinLnBrk="0" hangingPunct="1">
      <a:defRPr sz="1498" kern="1200">
        <a:solidFill>
          <a:schemeClr val="tx1"/>
        </a:solidFill>
        <a:latin typeface="+mn-lt"/>
        <a:ea typeface="+mn-ea"/>
        <a:cs typeface="+mn-cs"/>
      </a:defRPr>
    </a:lvl6pPr>
    <a:lvl7pPr marL="3423163" algn="l" defTabSz="1141054" rtl="0" eaLnBrk="1" latinLnBrk="0" hangingPunct="1">
      <a:defRPr sz="1498" kern="1200">
        <a:solidFill>
          <a:schemeClr val="tx1"/>
        </a:solidFill>
        <a:latin typeface="+mn-lt"/>
        <a:ea typeface="+mn-ea"/>
        <a:cs typeface="+mn-cs"/>
      </a:defRPr>
    </a:lvl7pPr>
    <a:lvl8pPr marL="3993690" algn="l" defTabSz="1141054" rtl="0" eaLnBrk="1" latinLnBrk="0" hangingPunct="1">
      <a:defRPr sz="1498" kern="1200">
        <a:solidFill>
          <a:schemeClr val="tx1"/>
        </a:solidFill>
        <a:latin typeface="+mn-lt"/>
        <a:ea typeface="+mn-ea"/>
        <a:cs typeface="+mn-cs"/>
      </a:defRPr>
    </a:lvl8pPr>
    <a:lvl9pPr marL="4564218" algn="l" defTabSz="1141054" rtl="0" eaLnBrk="1" latinLnBrk="0" hangingPunct="1">
      <a:defRPr sz="149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emf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 Image">
    <p:bg>
      <p:bgPr>
        <a:solidFill>
          <a:srgbClr val="F0F0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 descr="一張含有 白色, 黑與白, 黑色, 螢幕擷取畫面 的圖片&#10;&#10;AI 產生的內容可能不正確。">
            <a:extLst>
              <a:ext uri="{FF2B5EF4-FFF2-40B4-BE49-F238E27FC236}">
                <a16:creationId xmlns:a16="http://schemas.microsoft.com/office/drawing/2014/main" id="{A830D9A1-31DB-B4ED-C32C-73799B7BCF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15452" y="-1"/>
            <a:ext cx="5245100" cy="9144000"/>
          </a:xfrm>
          <a:prstGeom prst="rect">
            <a:avLst/>
          </a:prstGeom>
        </p:spPr>
      </p:pic>
      <p:sp>
        <p:nvSpPr>
          <p:cNvPr id="59" name="Picture Placeholder 58">
            <a:extLst>
              <a:ext uri="{FF2B5EF4-FFF2-40B4-BE49-F238E27FC236}">
                <a16:creationId xmlns:a16="http://schemas.microsoft.com/office/drawing/2014/main" id="{3D7478BE-4E45-C249-9979-55418C03246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99494" y="1"/>
            <a:ext cx="5245100" cy="9143999"/>
          </a:xfrm>
          <a:custGeom>
            <a:avLst/>
            <a:gdLst>
              <a:gd name="connsiteX0" fmla="*/ 2797319 w 5245100"/>
              <a:gd name="connsiteY0" fmla="*/ 0 h 9143999"/>
              <a:gd name="connsiteX1" fmla="*/ 5245100 w 5245100"/>
              <a:gd name="connsiteY1" fmla="*/ 0 h 9143999"/>
              <a:gd name="connsiteX2" fmla="*/ 5245100 w 5245100"/>
              <a:gd name="connsiteY2" fmla="*/ 9143999 h 9143999"/>
              <a:gd name="connsiteX3" fmla="*/ 0 w 5245100"/>
              <a:gd name="connsiteY3" fmla="*/ 9143999 h 9143999"/>
              <a:gd name="connsiteX4" fmla="*/ 0 w 5245100"/>
              <a:gd name="connsiteY4" fmla="*/ 2640331 h 9143999"/>
              <a:gd name="connsiteX5" fmla="*/ 67293 w 5245100"/>
              <a:gd name="connsiteY5" fmla="*/ 2123321 h 9143999"/>
              <a:gd name="connsiteX6" fmla="*/ 2760052 w 5245100"/>
              <a:gd name="connsiteY6" fmla="*/ 1769 h 9143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45100" h="9143999">
                <a:moveTo>
                  <a:pt x="2797319" y="0"/>
                </a:moveTo>
                <a:lnTo>
                  <a:pt x="5245100" y="0"/>
                </a:lnTo>
                <a:lnTo>
                  <a:pt x="5245100" y="9143999"/>
                </a:lnTo>
                <a:lnTo>
                  <a:pt x="0" y="9143999"/>
                </a:lnTo>
                <a:lnTo>
                  <a:pt x="0" y="2640331"/>
                </a:lnTo>
                <a:cubicBezTo>
                  <a:pt x="13771" y="2568780"/>
                  <a:pt x="7223" y="2356917"/>
                  <a:pt x="67293" y="2123321"/>
                </a:cubicBezTo>
                <a:cubicBezTo>
                  <a:pt x="378892" y="816865"/>
                  <a:pt x="1435760" y="128110"/>
                  <a:pt x="2760052" y="1769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14400" y="5525790"/>
            <a:ext cx="8037095" cy="378883"/>
          </a:xfrm>
        </p:spPr>
        <p:txBody>
          <a:bodyPr/>
          <a:lstStyle>
            <a:lvl1pPr marL="0" indent="0" algn="l">
              <a:buNone/>
              <a:defRPr sz="2400" b="1">
                <a:solidFill>
                  <a:srgbClr val="4A4A4A"/>
                </a:solidFill>
              </a:defRPr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61715EF-660D-0043-A3C2-570721BF330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04537" y="478590"/>
            <a:ext cx="3183432" cy="16229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5D90AD7-9A74-8449-AA5E-010D292F5F2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15792" y="798681"/>
            <a:ext cx="1496374" cy="935732"/>
          </a:xfrm>
          <a:prstGeom prst="rect">
            <a:avLst/>
          </a:prstGeom>
        </p:spPr>
      </p:pic>
      <p:sp>
        <p:nvSpPr>
          <p:cNvPr id="71" name="Text Placeholder 70">
            <a:extLst>
              <a:ext uri="{FF2B5EF4-FFF2-40B4-BE49-F238E27FC236}">
                <a16:creationId xmlns:a16="http://schemas.microsoft.com/office/drawing/2014/main" id="{9BA85D11-01C7-B945-A213-E7B091E917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5902994"/>
            <a:ext cx="8085138" cy="658813"/>
          </a:xfrm>
        </p:spPr>
        <p:txBody>
          <a:bodyPr/>
          <a:lstStyle>
            <a:lvl1pPr marL="0" indent="0">
              <a:buNone/>
              <a:defRPr sz="2200"/>
            </a:lvl1pPr>
            <a:lvl2pPr marL="548640" indent="0">
              <a:buNone/>
              <a:defRPr sz="2200"/>
            </a:lvl2pPr>
            <a:lvl3pPr marL="1097280" indent="0">
              <a:buNone/>
              <a:defRPr sz="2200"/>
            </a:lvl3pPr>
            <a:lvl4pPr marL="1645920" indent="0">
              <a:buNone/>
              <a:defRPr sz="2200"/>
            </a:lvl4pPr>
            <a:lvl5pPr marL="2194560" indent="0">
              <a:buNone/>
              <a:defRPr sz="2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4" name="Title 1">
            <a:extLst>
              <a:ext uri="{FF2B5EF4-FFF2-40B4-BE49-F238E27FC236}">
                <a16:creationId xmlns:a16="http://schemas.microsoft.com/office/drawing/2014/main" id="{03CA1273-F880-9348-BE65-E6E4F701DA4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82316" y="2111617"/>
            <a:ext cx="8101264" cy="3157270"/>
          </a:xfrm>
        </p:spPr>
        <p:txBody>
          <a:bodyPr anchor="b" anchorCtr="0">
            <a:noAutofit/>
          </a:bodyPr>
          <a:lstStyle>
            <a:lvl1pPr marL="15875" indent="0" algn="l">
              <a:lnSpc>
                <a:spcPts val="7800"/>
              </a:lnSpc>
              <a:tabLst/>
              <a:defRPr sz="8100">
                <a:solidFill>
                  <a:srgbClr val="4E8227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</a:t>
            </a:r>
            <a:r>
              <a:rPr lang="en-US"/>
              <a:t>title style</a:t>
            </a:r>
            <a:endParaRPr lang="en-US" dirty="0"/>
          </a:p>
        </p:txBody>
      </p:sp>
      <p:pic>
        <p:nvPicPr>
          <p:cNvPr id="7" name="圖片 6" descr="一張含有 文字, 螢幕擷取畫面, 字型, 圖形 的圖片&#10;&#10;AI 產生的內容可能不正確。">
            <a:extLst>
              <a:ext uri="{FF2B5EF4-FFF2-40B4-BE49-F238E27FC236}">
                <a16:creationId xmlns:a16="http://schemas.microsoft.com/office/drawing/2014/main" id="{4F181421-C5C3-2D19-3D0A-5F79A36D8FF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399494" y="7188200"/>
            <a:ext cx="5257800" cy="195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567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84" userDrawn="1">
          <p15:clr>
            <a:srgbClr val="FBAE40"/>
          </p15:clr>
        </p15:guide>
        <p15:guide id="2" pos="8640" userDrawn="1">
          <p15:clr>
            <a:srgbClr val="FBAE40"/>
          </p15:clr>
        </p15:guide>
        <p15:guide id="3" pos="576" userDrawn="1">
          <p15:clr>
            <a:srgbClr val="FBAE40"/>
          </p15:clr>
        </p15:guide>
        <p15:guide id="4" orient="horz" pos="57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 Images">
    <p:bg>
      <p:bgPr>
        <a:solidFill>
          <a:srgbClr val="F0F0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icture Placeholder 59">
            <a:extLst>
              <a:ext uri="{FF2B5EF4-FFF2-40B4-BE49-F238E27FC236}">
                <a16:creationId xmlns:a16="http://schemas.microsoft.com/office/drawing/2014/main" id="{6C77FB38-29AA-174A-B1E1-94A35A9988C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99494" y="1"/>
            <a:ext cx="5245100" cy="2904565"/>
          </a:xfrm>
          <a:custGeom>
            <a:avLst/>
            <a:gdLst>
              <a:gd name="connsiteX0" fmla="*/ 2797319 w 5245100"/>
              <a:gd name="connsiteY0" fmla="*/ 0 h 2904565"/>
              <a:gd name="connsiteX1" fmla="*/ 5245100 w 5245100"/>
              <a:gd name="connsiteY1" fmla="*/ 0 h 2904565"/>
              <a:gd name="connsiteX2" fmla="*/ 5245100 w 5245100"/>
              <a:gd name="connsiteY2" fmla="*/ 2904565 h 2904565"/>
              <a:gd name="connsiteX3" fmla="*/ 0 w 5245100"/>
              <a:gd name="connsiteY3" fmla="*/ 2904565 h 2904565"/>
              <a:gd name="connsiteX4" fmla="*/ 0 w 5245100"/>
              <a:gd name="connsiteY4" fmla="*/ 2640331 h 2904565"/>
              <a:gd name="connsiteX5" fmla="*/ 67293 w 5245100"/>
              <a:gd name="connsiteY5" fmla="*/ 2123321 h 2904565"/>
              <a:gd name="connsiteX6" fmla="*/ 2760052 w 5245100"/>
              <a:gd name="connsiteY6" fmla="*/ 1769 h 2904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45100" h="2904565">
                <a:moveTo>
                  <a:pt x="2797319" y="0"/>
                </a:moveTo>
                <a:lnTo>
                  <a:pt x="5245100" y="0"/>
                </a:lnTo>
                <a:lnTo>
                  <a:pt x="5245100" y="2904565"/>
                </a:lnTo>
                <a:lnTo>
                  <a:pt x="0" y="2904565"/>
                </a:lnTo>
                <a:lnTo>
                  <a:pt x="0" y="2640331"/>
                </a:lnTo>
                <a:cubicBezTo>
                  <a:pt x="13771" y="2568780"/>
                  <a:pt x="7223" y="2356917"/>
                  <a:pt x="67293" y="2123321"/>
                </a:cubicBezTo>
                <a:cubicBezTo>
                  <a:pt x="378892" y="816865"/>
                  <a:pt x="1435760" y="128110"/>
                  <a:pt x="2760052" y="1769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TO PLACE </a:t>
            </a:r>
            <a:br>
              <a:rPr lang="en-US"/>
            </a:br>
            <a:r>
              <a:rPr lang="en-US"/>
              <a:t>A HORIZONTAL</a:t>
            </a:r>
            <a:br>
              <a:rPr lang="en-US"/>
            </a:br>
            <a:r>
              <a:rPr lang="en-US"/>
              <a:t>PHOTO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61715EF-660D-0043-A3C2-570721BF33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04537" y="478590"/>
            <a:ext cx="3183432" cy="16229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5D90AD7-9A74-8449-AA5E-010D292F5F2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5792" y="798681"/>
            <a:ext cx="1496374" cy="935732"/>
          </a:xfrm>
          <a:prstGeom prst="rect">
            <a:avLst/>
          </a:prstGeom>
        </p:spPr>
      </p:pic>
      <p:sp>
        <p:nvSpPr>
          <p:cNvPr id="52" name="Picture Placeholder 51">
            <a:extLst>
              <a:ext uri="{FF2B5EF4-FFF2-40B4-BE49-F238E27FC236}">
                <a16:creationId xmlns:a16="http://schemas.microsoft.com/office/drawing/2014/main" id="{93B5F9E4-6507-AF40-9DBA-F5644AA15EE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388699" y="2944906"/>
            <a:ext cx="5245100" cy="6212541"/>
          </a:xfrm>
          <a:custGeom>
            <a:avLst/>
            <a:gdLst>
              <a:gd name="connsiteX0" fmla="*/ 0 w 5245100"/>
              <a:gd name="connsiteY0" fmla="*/ 0 h 6212541"/>
              <a:gd name="connsiteX1" fmla="*/ 5245100 w 5245100"/>
              <a:gd name="connsiteY1" fmla="*/ 0 h 6212541"/>
              <a:gd name="connsiteX2" fmla="*/ 5245100 w 5245100"/>
              <a:gd name="connsiteY2" fmla="*/ 6212541 h 6212541"/>
              <a:gd name="connsiteX3" fmla="*/ 0 w 5245100"/>
              <a:gd name="connsiteY3" fmla="*/ 6212541 h 6212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45100" h="6212541">
                <a:moveTo>
                  <a:pt x="0" y="0"/>
                </a:moveTo>
                <a:lnTo>
                  <a:pt x="5245100" y="0"/>
                </a:lnTo>
                <a:lnTo>
                  <a:pt x="5245100" y="6212541"/>
                </a:lnTo>
                <a:lnTo>
                  <a:pt x="0" y="621254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TO PLACE</a:t>
            </a:r>
            <a:br>
              <a:rPr lang="en-US"/>
            </a:br>
            <a:r>
              <a:rPr lang="en-US"/>
              <a:t>A SQUARE PHOTO</a:t>
            </a:r>
          </a:p>
        </p:txBody>
      </p:sp>
      <p:sp>
        <p:nvSpPr>
          <p:cNvPr id="70" name="Subtitle 2">
            <a:extLst>
              <a:ext uri="{FF2B5EF4-FFF2-40B4-BE49-F238E27FC236}">
                <a16:creationId xmlns:a16="http://schemas.microsoft.com/office/drawing/2014/main" id="{089707FF-560A-5F49-B617-798FB59BF24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5525790"/>
            <a:ext cx="8037095" cy="378883"/>
          </a:xfrm>
        </p:spPr>
        <p:txBody>
          <a:bodyPr/>
          <a:lstStyle>
            <a:lvl1pPr marL="0" indent="0" algn="l">
              <a:buNone/>
              <a:defRPr sz="2400" b="1">
                <a:solidFill>
                  <a:srgbClr val="4A4A4A"/>
                </a:solidFill>
              </a:defRPr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1" name="Text Placeholder 70">
            <a:extLst>
              <a:ext uri="{FF2B5EF4-FFF2-40B4-BE49-F238E27FC236}">
                <a16:creationId xmlns:a16="http://schemas.microsoft.com/office/drawing/2014/main" id="{851E7DD4-883D-A242-8FFD-ED8C07698DA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4400" y="5902994"/>
            <a:ext cx="8085138" cy="658813"/>
          </a:xfrm>
        </p:spPr>
        <p:txBody>
          <a:bodyPr/>
          <a:lstStyle>
            <a:lvl1pPr marL="0" indent="0">
              <a:buNone/>
              <a:defRPr sz="2200"/>
            </a:lvl1pPr>
            <a:lvl2pPr marL="548640" indent="0">
              <a:buNone/>
              <a:defRPr sz="2200"/>
            </a:lvl2pPr>
            <a:lvl3pPr marL="1097280" indent="0">
              <a:buNone/>
              <a:defRPr sz="2200"/>
            </a:lvl3pPr>
            <a:lvl4pPr marL="1645920" indent="0">
              <a:buNone/>
              <a:defRPr sz="2200"/>
            </a:lvl4pPr>
            <a:lvl5pPr marL="2194560" indent="0">
              <a:buNone/>
              <a:defRPr sz="2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2" name="Title 1">
            <a:extLst>
              <a:ext uri="{FF2B5EF4-FFF2-40B4-BE49-F238E27FC236}">
                <a16:creationId xmlns:a16="http://schemas.microsoft.com/office/drawing/2014/main" id="{506A79B4-B4DF-D740-91C2-3968DBE46A2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82316" y="3507879"/>
            <a:ext cx="8101264" cy="1761008"/>
          </a:xfrm>
        </p:spPr>
        <p:txBody>
          <a:bodyPr anchor="b" anchorCtr="0">
            <a:noAutofit/>
          </a:bodyPr>
          <a:lstStyle>
            <a:lvl1pPr marL="15875" indent="0" algn="l">
              <a:lnSpc>
                <a:spcPts val="7800"/>
              </a:lnSpc>
              <a:tabLst/>
              <a:defRPr sz="8100">
                <a:solidFill>
                  <a:srgbClr val="4E8227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3A741B0-B122-4C4B-A6EB-5FBFA0A29668}"/>
              </a:ext>
            </a:extLst>
          </p:cNvPr>
          <p:cNvGrpSpPr/>
          <p:nvPr userDrawn="1"/>
        </p:nvGrpSpPr>
        <p:grpSpPr>
          <a:xfrm>
            <a:off x="9388699" y="10135673"/>
            <a:ext cx="5241701" cy="1867437"/>
            <a:chOff x="9388699" y="7276563"/>
            <a:chExt cx="5241701" cy="1867437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FA1CEA27-C1E3-E848-9700-687D0A22BE72}"/>
                </a:ext>
              </a:extLst>
            </p:cNvPr>
            <p:cNvSpPr/>
            <p:nvPr userDrawn="1"/>
          </p:nvSpPr>
          <p:spPr>
            <a:xfrm>
              <a:off x="9388699" y="7276563"/>
              <a:ext cx="5241701" cy="1867437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tx1">
                    <a:alpha val="36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012EF45-6DAC-5546-BD15-D99CECC83C1F}"/>
                </a:ext>
              </a:extLst>
            </p:cNvPr>
            <p:cNvSpPr txBox="1"/>
            <p:nvPr userDrawn="1"/>
          </p:nvSpPr>
          <p:spPr>
            <a:xfrm>
              <a:off x="11294776" y="8564450"/>
              <a:ext cx="32583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spc="20" baseline="0">
                  <a:solidFill>
                    <a:schemeClr val="bg1"/>
                  </a:solidFill>
                  <a:latin typeface="Assistant" pitchFamily="2" charset="-79"/>
                  <a:cs typeface="Assistant" pitchFamily="2" charset="-79"/>
                </a:rPr>
                <a:t>TOGETHER WE CAN SOLVE HUNGER.</a:t>
              </a:r>
            </a:p>
          </p:txBody>
        </p:sp>
      </p:grp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E50C0B2-027A-6144-8B51-08E1CB7624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88699" y="7175500"/>
            <a:ext cx="5257800" cy="1968500"/>
          </a:xfrm>
          <a:blipFill>
            <a:blip r:embed="rId5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36539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84">
          <p15:clr>
            <a:srgbClr val="FBAE40"/>
          </p15:clr>
        </p15:guide>
        <p15:guide id="2" pos="8640">
          <p15:clr>
            <a:srgbClr val="FBAE40"/>
          </p15:clr>
        </p15:guide>
        <p15:guide id="3" pos="576">
          <p15:clr>
            <a:srgbClr val="FBAE40"/>
          </p15:clr>
        </p15:guide>
        <p15:guide id="4" orient="horz" pos="57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rk Green Section with Image">
    <p:bg>
      <p:bgPr>
        <a:solidFill>
          <a:srgbClr val="004B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55421" y="3470624"/>
            <a:ext cx="7644721" cy="1470343"/>
          </a:xfrm>
        </p:spPr>
        <p:txBody>
          <a:bodyPr wrap="square" anchor="ctr" anchorCtr="0">
            <a:noAutofit/>
          </a:bodyPr>
          <a:lstStyle>
            <a:lvl1pPr marL="15875" indent="0" algn="l">
              <a:lnSpc>
                <a:spcPts val="7800"/>
              </a:lnSpc>
              <a:tabLst/>
              <a:defRPr sz="8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1B9F78C2-767B-594E-83A2-F4225203B00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757722" y="1"/>
            <a:ext cx="4872678" cy="9143999"/>
          </a:xfrm>
          <a:custGeom>
            <a:avLst/>
            <a:gdLst>
              <a:gd name="connsiteX0" fmla="*/ 2797319 w 4872678"/>
              <a:gd name="connsiteY0" fmla="*/ 0 h 9143999"/>
              <a:gd name="connsiteX1" fmla="*/ 4872678 w 4872678"/>
              <a:gd name="connsiteY1" fmla="*/ 0 h 9143999"/>
              <a:gd name="connsiteX2" fmla="*/ 4872678 w 4872678"/>
              <a:gd name="connsiteY2" fmla="*/ 9143999 h 9143999"/>
              <a:gd name="connsiteX3" fmla="*/ 0 w 4872678"/>
              <a:gd name="connsiteY3" fmla="*/ 9143999 h 9143999"/>
              <a:gd name="connsiteX4" fmla="*/ 0 w 4872678"/>
              <a:gd name="connsiteY4" fmla="*/ 2640331 h 9143999"/>
              <a:gd name="connsiteX5" fmla="*/ 67293 w 4872678"/>
              <a:gd name="connsiteY5" fmla="*/ 2123321 h 9143999"/>
              <a:gd name="connsiteX6" fmla="*/ 2760052 w 4872678"/>
              <a:gd name="connsiteY6" fmla="*/ 1769 h 9143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72678" h="9143999">
                <a:moveTo>
                  <a:pt x="2797319" y="0"/>
                </a:moveTo>
                <a:lnTo>
                  <a:pt x="4872678" y="0"/>
                </a:lnTo>
                <a:lnTo>
                  <a:pt x="4872678" y="9143999"/>
                </a:lnTo>
                <a:lnTo>
                  <a:pt x="0" y="9143999"/>
                </a:lnTo>
                <a:lnTo>
                  <a:pt x="0" y="2640331"/>
                </a:lnTo>
                <a:cubicBezTo>
                  <a:pt x="13771" y="2568780"/>
                  <a:pt x="7223" y="2356917"/>
                  <a:pt x="67293" y="2123321"/>
                </a:cubicBezTo>
                <a:cubicBezTo>
                  <a:pt x="378892" y="816865"/>
                  <a:pt x="1435760" y="128110"/>
                  <a:pt x="2760052" y="1769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PLACE </a:t>
            </a:r>
            <a:br>
              <a:rPr lang="en-US"/>
            </a:br>
            <a:r>
              <a:rPr lang="en-US"/>
              <a:t>A VERTICAL PHOTO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72C986F-727D-194D-8584-C7BD367F63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8458200"/>
            <a:ext cx="14630400" cy="6858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84069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84">
          <p15:clr>
            <a:srgbClr val="FBAE40"/>
          </p15:clr>
        </p15:guide>
        <p15:guide id="2" pos="8640">
          <p15:clr>
            <a:srgbClr val="FBAE40"/>
          </p15:clr>
        </p15:guide>
        <p15:guide id="3" pos="576">
          <p15:clr>
            <a:srgbClr val="FBAE40"/>
          </p15:clr>
        </p15:guide>
        <p15:guide id="4" orient="horz" pos="57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Green Section no Image">
    <p:bg>
      <p:bgPr>
        <a:solidFill>
          <a:srgbClr val="004B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55421" y="3470624"/>
            <a:ext cx="7644721" cy="1470343"/>
          </a:xfrm>
        </p:spPr>
        <p:txBody>
          <a:bodyPr wrap="square" anchor="ctr" anchorCtr="0">
            <a:noAutofit/>
          </a:bodyPr>
          <a:lstStyle>
            <a:lvl1pPr marL="15875" indent="0" algn="l">
              <a:lnSpc>
                <a:spcPts val="7800"/>
              </a:lnSpc>
              <a:tabLst/>
              <a:defRPr sz="8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177DD8-EF3A-ED4A-81FC-DF791A7905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5400000">
            <a:off x="6895629" y="7059454"/>
            <a:ext cx="14813269" cy="694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314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84">
          <p15:clr>
            <a:srgbClr val="FBAE40"/>
          </p15:clr>
        </p15:guide>
        <p15:guide id="2" pos="8640">
          <p15:clr>
            <a:srgbClr val="FBAE40"/>
          </p15:clr>
        </p15:guide>
        <p15:guide id="3" pos="576">
          <p15:clr>
            <a:srgbClr val="FBAE40"/>
          </p15:clr>
        </p15:guide>
        <p15:guide id="4" orient="horz" pos="57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Text /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白色, 螢幕擷取畫面 的圖片&#10;&#10;AI 產生的內容可能不正確。">
            <a:extLst>
              <a:ext uri="{FF2B5EF4-FFF2-40B4-BE49-F238E27FC236}">
                <a16:creationId xmlns:a16="http://schemas.microsoft.com/office/drawing/2014/main" id="{8A2B9A7E-0DF5-26C0-E06B-6F1AF559D0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0900" y="0"/>
            <a:ext cx="4889500" cy="9144000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383DBC9-D9A9-9449-9F81-19D1111117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737558" y="0"/>
            <a:ext cx="4892842" cy="9144000"/>
          </a:xfrm>
          <a:solidFill>
            <a:srgbClr val="F0F0E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231" y="807676"/>
            <a:ext cx="8550943" cy="1518429"/>
          </a:xfrm>
        </p:spPr>
        <p:txBody>
          <a:bodyPr wrap="square">
            <a:noAutofit/>
          </a:bodyPr>
          <a:lstStyle>
            <a:lvl1pPr>
              <a:defRPr>
                <a:solidFill>
                  <a:srgbClr val="4E822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2315" y="2787093"/>
            <a:ext cx="8550943" cy="2062103"/>
          </a:xfrm>
        </p:spPr>
        <p:txBody>
          <a:bodyPr/>
          <a:lstStyle>
            <a:lvl1pPr>
              <a:buClr>
                <a:srgbClr val="4E8227"/>
              </a:buClr>
              <a:defRPr>
                <a:solidFill>
                  <a:srgbClr val="4A4A4A"/>
                </a:solidFill>
              </a:defRPr>
            </a:lvl1pPr>
            <a:lvl2pPr>
              <a:buClr>
                <a:srgbClr val="4E8227"/>
              </a:buClr>
              <a:defRPr>
                <a:solidFill>
                  <a:srgbClr val="4A4A4A"/>
                </a:solidFill>
              </a:defRPr>
            </a:lvl2pPr>
            <a:lvl3pPr>
              <a:buClr>
                <a:srgbClr val="4E8227"/>
              </a:buClr>
              <a:defRPr>
                <a:solidFill>
                  <a:srgbClr val="4A4A4A"/>
                </a:solidFill>
              </a:defRPr>
            </a:lvl3pPr>
            <a:lvl4pPr>
              <a:buClr>
                <a:srgbClr val="4E8227"/>
              </a:buClr>
              <a:defRPr>
                <a:solidFill>
                  <a:srgbClr val="4A4A4A"/>
                </a:solidFill>
              </a:defRPr>
            </a:lvl4pPr>
            <a:lvl5pPr>
              <a:buClr>
                <a:srgbClr val="4E8227"/>
              </a:buClr>
              <a:defRPr>
                <a:solidFill>
                  <a:srgbClr val="4A4A4A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963A2D1-2661-0E45-AE2A-D547B171E58E}"/>
              </a:ext>
            </a:extLst>
          </p:cNvPr>
          <p:cNvSpPr txBox="1">
            <a:spLocks/>
          </p:cNvSpPr>
          <p:nvPr userDrawn="1"/>
        </p:nvSpPr>
        <p:spPr>
          <a:xfrm>
            <a:off x="866275" y="8394924"/>
            <a:ext cx="12629949" cy="486833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Assistant" pitchFamily="2" charset="-79"/>
                <a:ea typeface="+mn-ea"/>
                <a:cs typeface="Assistant" pitchFamily="2" charset="-79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7AEFDB2-595C-554A-8073-832D45AC40EF}" type="slidenum">
              <a:rPr lang="en-US" smtClean="0"/>
              <a:pPr/>
              <a:t>‹#›</a:t>
            </a:fld>
            <a:r>
              <a:rPr lang="en-US"/>
              <a:t>      </a:t>
            </a:r>
            <a:r>
              <a:rPr lang="en-US" err="1"/>
              <a:t>www.capitalareafoodbank.org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645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84">
          <p15:clr>
            <a:srgbClr val="FBAE40"/>
          </p15:clr>
        </p15:guide>
        <p15:guide id="2" pos="576">
          <p15:clr>
            <a:srgbClr val="FBAE40"/>
          </p15:clr>
        </p15:guide>
        <p15:guide id="3" pos="8640">
          <p15:clr>
            <a:srgbClr val="FBAE40"/>
          </p15:clr>
        </p15:guide>
        <p15:guide id="4" orient="horz" pos="57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231" y="807676"/>
            <a:ext cx="12629949" cy="1518429"/>
          </a:xfrm>
        </p:spPr>
        <p:txBody>
          <a:bodyPr wrap="square">
            <a:noAutofit/>
          </a:bodyPr>
          <a:lstStyle>
            <a:lvl1pPr>
              <a:defRPr>
                <a:solidFill>
                  <a:srgbClr val="4E822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2315" y="2787093"/>
            <a:ext cx="12597865" cy="5549231"/>
          </a:xfrm>
        </p:spPr>
        <p:txBody>
          <a:bodyPr/>
          <a:lstStyle>
            <a:lvl1pPr>
              <a:buClr>
                <a:srgbClr val="4E8227"/>
              </a:buClr>
              <a:defRPr>
                <a:solidFill>
                  <a:srgbClr val="4A4A4A"/>
                </a:solidFill>
              </a:defRPr>
            </a:lvl1pPr>
            <a:lvl2pPr>
              <a:buClr>
                <a:srgbClr val="4E8227"/>
              </a:buClr>
              <a:defRPr>
                <a:solidFill>
                  <a:srgbClr val="4A4A4A"/>
                </a:solidFill>
              </a:defRPr>
            </a:lvl2pPr>
            <a:lvl3pPr>
              <a:buClr>
                <a:srgbClr val="4E8227"/>
              </a:buClr>
              <a:defRPr>
                <a:solidFill>
                  <a:srgbClr val="4A4A4A"/>
                </a:solidFill>
              </a:defRPr>
            </a:lvl3pPr>
            <a:lvl4pPr>
              <a:buClr>
                <a:srgbClr val="4E8227"/>
              </a:buClr>
              <a:defRPr>
                <a:solidFill>
                  <a:srgbClr val="4A4A4A"/>
                </a:solidFill>
              </a:defRPr>
            </a:lvl4pPr>
            <a:lvl5pPr>
              <a:buClr>
                <a:srgbClr val="4E8227"/>
              </a:buClr>
              <a:defRPr>
                <a:solidFill>
                  <a:srgbClr val="4A4A4A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963A2D1-2661-0E45-AE2A-D547B171E58E}"/>
              </a:ext>
            </a:extLst>
          </p:cNvPr>
          <p:cNvSpPr txBox="1">
            <a:spLocks/>
          </p:cNvSpPr>
          <p:nvPr userDrawn="1"/>
        </p:nvSpPr>
        <p:spPr>
          <a:xfrm>
            <a:off x="866275" y="8394924"/>
            <a:ext cx="12629949" cy="486833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Assistant" pitchFamily="2" charset="-79"/>
                <a:ea typeface="+mn-ea"/>
                <a:cs typeface="Assistant" pitchFamily="2" charset="-79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7AEFDB2-595C-554A-8073-832D45AC40EF}" type="slidenum">
              <a:rPr lang="en-US" smtClean="0"/>
              <a:pPr/>
              <a:t>‹#›</a:t>
            </a:fld>
            <a:r>
              <a:rPr lang="en-US"/>
              <a:t>      </a:t>
            </a:r>
            <a:r>
              <a:rPr lang="en-US" err="1"/>
              <a:t>www.capitalareafoodbank.org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468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84">
          <p15:clr>
            <a:srgbClr val="FBAE40"/>
          </p15:clr>
        </p15:guide>
        <p15:guide id="2" pos="576">
          <p15:clr>
            <a:srgbClr val="FBAE40"/>
          </p15:clr>
        </p15:guide>
        <p15:guide id="3" pos="8640">
          <p15:clr>
            <a:srgbClr val="FBAE40"/>
          </p15:clr>
        </p15:guide>
        <p15:guide id="4" orient="horz" pos="57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Text / 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2316" y="2787093"/>
            <a:ext cx="5983705" cy="2062103"/>
          </a:xfrm>
        </p:spPr>
        <p:txBody>
          <a:bodyPr/>
          <a:lstStyle>
            <a:lvl1pPr>
              <a:buClr>
                <a:srgbClr val="4E8227"/>
              </a:buClr>
              <a:defRPr>
                <a:solidFill>
                  <a:srgbClr val="4A4A4A"/>
                </a:solidFill>
              </a:defRPr>
            </a:lvl1pPr>
            <a:lvl2pPr>
              <a:buClr>
                <a:srgbClr val="4E8227"/>
              </a:buClr>
              <a:defRPr>
                <a:solidFill>
                  <a:srgbClr val="4A4A4A"/>
                </a:solidFill>
              </a:defRPr>
            </a:lvl2pPr>
            <a:lvl3pPr>
              <a:buClr>
                <a:srgbClr val="4E8227"/>
              </a:buClr>
              <a:defRPr>
                <a:solidFill>
                  <a:srgbClr val="4A4A4A"/>
                </a:solidFill>
              </a:defRPr>
            </a:lvl3pPr>
            <a:lvl4pPr>
              <a:buClr>
                <a:srgbClr val="4E8227"/>
              </a:buClr>
              <a:defRPr>
                <a:solidFill>
                  <a:srgbClr val="4A4A4A"/>
                </a:solidFill>
              </a:defRPr>
            </a:lvl4pPr>
            <a:lvl5pPr>
              <a:buClr>
                <a:srgbClr val="4E8227"/>
              </a:buClr>
              <a:defRPr>
                <a:solidFill>
                  <a:srgbClr val="4A4A4A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20E3F45-8A51-FE47-98E4-11C34683704F}"/>
              </a:ext>
            </a:extLst>
          </p:cNvPr>
          <p:cNvSpPr txBox="1">
            <a:spLocks/>
          </p:cNvSpPr>
          <p:nvPr userDrawn="1"/>
        </p:nvSpPr>
        <p:spPr>
          <a:xfrm>
            <a:off x="866275" y="8394924"/>
            <a:ext cx="12629949" cy="486833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Assistant" pitchFamily="2" charset="-79"/>
                <a:ea typeface="+mn-ea"/>
                <a:cs typeface="Assistant" pitchFamily="2" charset="-79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7AEFDB2-595C-554A-8073-832D45AC40EF}" type="slidenum">
              <a:rPr lang="en-US" smtClean="0"/>
              <a:pPr/>
              <a:t>‹#›</a:t>
            </a:fld>
            <a:r>
              <a:rPr lang="en-US"/>
              <a:t>      </a:t>
            </a:r>
            <a:r>
              <a:rPr lang="en-US" err="1"/>
              <a:t>www.capitalareafoodbank.org</a:t>
            </a:r>
            <a:endParaRPr lang="en-US"/>
          </a:p>
        </p:txBody>
      </p:sp>
      <p:sp>
        <p:nvSpPr>
          <p:cNvPr id="5" name="圖表版面配置區 4">
            <a:extLst>
              <a:ext uri="{FF2B5EF4-FFF2-40B4-BE49-F238E27FC236}">
                <a16:creationId xmlns:a16="http://schemas.microsoft.com/office/drawing/2014/main" id="{C3BE59FE-5F53-D777-9B07-66B3D9BFFC78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7315200" y="914400"/>
            <a:ext cx="6815137" cy="73152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kumimoji="1" lang="zh-TW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232" y="807676"/>
            <a:ext cx="12265693" cy="1518429"/>
          </a:xfrm>
        </p:spPr>
        <p:txBody>
          <a:bodyPr wrap="square">
            <a:noAutofit/>
          </a:bodyPr>
          <a:lstStyle>
            <a:lvl1pPr>
              <a:defRPr>
                <a:solidFill>
                  <a:srgbClr val="4E8227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57892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84" userDrawn="1">
          <p15:clr>
            <a:srgbClr val="FBAE40"/>
          </p15:clr>
        </p15:guide>
        <p15:guide id="2" pos="576" userDrawn="1">
          <p15:clr>
            <a:srgbClr val="FBAE40"/>
          </p15:clr>
        </p15:guide>
        <p15:guide id="3" pos="8640" userDrawn="1">
          <p15:clr>
            <a:srgbClr val="FBAE40"/>
          </p15:clr>
        </p15:guide>
        <p15:guide id="4" orient="horz" pos="57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een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231" y="807676"/>
            <a:ext cx="13780169" cy="914401"/>
          </a:xfrm>
        </p:spPr>
        <p:txBody>
          <a:bodyPr wrap="square">
            <a:noAutofit/>
          </a:bodyPr>
          <a:lstStyle>
            <a:lvl1pPr>
              <a:defRPr>
                <a:solidFill>
                  <a:srgbClr val="4E822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963A2D1-2661-0E45-AE2A-D547B171E58E}"/>
              </a:ext>
            </a:extLst>
          </p:cNvPr>
          <p:cNvSpPr txBox="1">
            <a:spLocks/>
          </p:cNvSpPr>
          <p:nvPr userDrawn="1"/>
        </p:nvSpPr>
        <p:spPr>
          <a:xfrm>
            <a:off x="866275" y="8394924"/>
            <a:ext cx="12629949" cy="486833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Assistant" pitchFamily="2" charset="-79"/>
                <a:ea typeface="+mn-ea"/>
                <a:cs typeface="Assistant" pitchFamily="2" charset="-79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7AEFDB2-595C-554A-8073-832D45AC40EF}" type="slidenum">
              <a:rPr lang="en-US" smtClean="0"/>
              <a:pPr/>
              <a:t>‹#›</a:t>
            </a:fld>
            <a:r>
              <a:rPr lang="en-US"/>
              <a:t>      </a:t>
            </a:r>
            <a:r>
              <a:rPr lang="en-US" err="1"/>
              <a:t>www.capitalareafoodbank.org</a:t>
            </a:r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998BE2D-AD38-E919-C626-EE02AD194CD5}"/>
              </a:ext>
            </a:extLst>
          </p:cNvPr>
          <p:cNvSpPr/>
          <p:nvPr userDrawn="1"/>
        </p:nvSpPr>
        <p:spPr>
          <a:xfrm>
            <a:off x="850232" y="2418454"/>
            <a:ext cx="4225978" cy="110242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676FDC7-92A8-A56C-AC82-7882040252F2}"/>
              </a:ext>
            </a:extLst>
          </p:cNvPr>
          <p:cNvSpPr/>
          <p:nvPr userDrawn="1"/>
        </p:nvSpPr>
        <p:spPr>
          <a:xfrm>
            <a:off x="5313375" y="2418455"/>
            <a:ext cx="4225978" cy="110242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13B61E50-CED3-51EA-A8B0-1B3515F45BAA}"/>
              </a:ext>
            </a:extLst>
          </p:cNvPr>
          <p:cNvSpPr/>
          <p:nvPr userDrawn="1"/>
        </p:nvSpPr>
        <p:spPr>
          <a:xfrm>
            <a:off x="9896422" y="2418455"/>
            <a:ext cx="4225978" cy="110242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1313F9C4-EEE1-B8FE-2B9F-484B683C011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50900" y="3614750"/>
            <a:ext cx="4225925" cy="4686300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13" name="內容版面配置區 11">
            <a:extLst>
              <a:ext uri="{FF2B5EF4-FFF2-40B4-BE49-F238E27FC236}">
                <a16:creationId xmlns:a16="http://schemas.microsoft.com/office/drawing/2014/main" id="{16508E9E-C3E5-499A-1271-82A22DAB2C7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13375" y="3614750"/>
            <a:ext cx="4225925" cy="4686300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14" name="內容版面配置區 11">
            <a:extLst>
              <a:ext uri="{FF2B5EF4-FFF2-40B4-BE49-F238E27FC236}">
                <a16:creationId xmlns:a16="http://schemas.microsoft.com/office/drawing/2014/main" id="{F0C642FC-F132-1A35-1F81-5048CC63A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896475" y="3614750"/>
            <a:ext cx="4225925" cy="4686300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7FA86C1-846A-303B-BB9E-A13D84767BF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50125" y="2655521"/>
            <a:ext cx="4225980" cy="560387"/>
          </a:xfrm>
        </p:spPr>
        <p:txBody>
          <a:bodyPr/>
          <a:lstStyle>
            <a:lvl1pPr marL="0" indent="0" algn="ctr">
              <a:buNone/>
              <a:defRPr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defRPr>
            </a:lvl1pPr>
            <a:lvl2pPr>
              <a:defRPr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defRPr>
            </a:lvl2pPr>
            <a:lvl3pPr>
              <a:defRPr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defRPr>
            </a:lvl3pPr>
            <a:lvl4pPr>
              <a:defRPr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defRPr>
            </a:lvl4pPr>
            <a:lvl5pPr>
              <a:defRPr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8" name="內容版面配置區 3">
            <a:extLst>
              <a:ext uri="{FF2B5EF4-FFF2-40B4-BE49-F238E27FC236}">
                <a16:creationId xmlns:a16="http://schemas.microsoft.com/office/drawing/2014/main" id="{97DB4020-FEB2-7661-1062-2345A235216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13268" y="2653818"/>
            <a:ext cx="4225924" cy="560387"/>
          </a:xfrm>
        </p:spPr>
        <p:txBody>
          <a:bodyPr/>
          <a:lstStyle>
            <a:lvl1pPr marL="0" indent="0" algn="ctr">
              <a:buNone/>
              <a:defRPr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defRPr>
            </a:lvl1pPr>
            <a:lvl2pPr algn="ctr">
              <a:defRPr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defRPr>
            </a:lvl2pPr>
            <a:lvl3pPr algn="ctr">
              <a:defRPr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defRPr>
            </a:lvl3pPr>
            <a:lvl4pPr algn="ctr">
              <a:defRPr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defRPr>
            </a:lvl4pPr>
            <a:lvl5pPr algn="ctr">
              <a:defRPr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9" name="內容版面配置區 3">
            <a:extLst>
              <a:ext uri="{FF2B5EF4-FFF2-40B4-BE49-F238E27FC236}">
                <a16:creationId xmlns:a16="http://schemas.microsoft.com/office/drawing/2014/main" id="{16B603D7-82AE-C5DA-CA06-4B60BB8F81B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896261" y="2653817"/>
            <a:ext cx="4225924" cy="560387"/>
          </a:xfrm>
        </p:spPr>
        <p:txBody>
          <a:bodyPr/>
          <a:lstStyle>
            <a:lvl1pPr marL="0" indent="0" algn="ctr">
              <a:buNone/>
              <a:defRPr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defRPr>
            </a:lvl1pPr>
            <a:lvl2pPr algn="ctr">
              <a:defRPr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defRPr>
            </a:lvl2pPr>
            <a:lvl3pPr algn="ctr">
              <a:defRPr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defRPr>
            </a:lvl3pPr>
            <a:lvl4pPr algn="ctr">
              <a:defRPr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defRPr>
            </a:lvl4pPr>
            <a:lvl5pPr algn="ctr">
              <a:defRPr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7786445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84">
          <p15:clr>
            <a:srgbClr val="FBAE40"/>
          </p15:clr>
        </p15:guide>
        <p15:guide id="2" pos="576">
          <p15:clr>
            <a:srgbClr val="FBAE40"/>
          </p15:clr>
        </p15:guide>
        <p15:guide id="3" pos="8640">
          <p15:clr>
            <a:srgbClr val="FBAE40"/>
          </p15:clr>
        </p15:guide>
        <p15:guide id="4" orient="horz" pos="57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flow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231" y="807676"/>
            <a:ext cx="13780169" cy="1518429"/>
          </a:xfrm>
        </p:spPr>
        <p:txBody>
          <a:bodyPr wrap="square">
            <a:noAutofit/>
          </a:bodyPr>
          <a:lstStyle>
            <a:lvl1pPr>
              <a:defRPr>
                <a:solidFill>
                  <a:srgbClr val="4E822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963A2D1-2661-0E45-AE2A-D547B171E58E}"/>
              </a:ext>
            </a:extLst>
          </p:cNvPr>
          <p:cNvSpPr txBox="1">
            <a:spLocks/>
          </p:cNvSpPr>
          <p:nvPr userDrawn="1"/>
        </p:nvSpPr>
        <p:spPr>
          <a:xfrm>
            <a:off x="866275" y="8394924"/>
            <a:ext cx="12629949" cy="486833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Assistant" pitchFamily="2" charset="-79"/>
                <a:ea typeface="+mn-ea"/>
                <a:cs typeface="Assistant" pitchFamily="2" charset="-79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7AEFDB2-595C-554A-8073-832D45AC40EF}" type="slidenum">
              <a:rPr lang="en-US" smtClean="0"/>
              <a:pPr/>
              <a:t>‹#›</a:t>
            </a:fld>
            <a:r>
              <a:rPr lang="en-US"/>
              <a:t>      </a:t>
            </a:r>
            <a:r>
              <a:rPr lang="en-US" err="1"/>
              <a:t>www.capitalareafoodbank.org</a:t>
            </a:r>
            <a:endParaRPr lang="en-US"/>
          </a:p>
        </p:txBody>
      </p:sp>
      <p:sp>
        <p:nvSpPr>
          <p:cNvPr id="5" name="Arrow: Chevron 6">
            <a:extLst>
              <a:ext uri="{FF2B5EF4-FFF2-40B4-BE49-F238E27FC236}">
                <a16:creationId xmlns:a16="http://schemas.microsoft.com/office/drawing/2014/main" id="{1A4F9B27-C12F-8D26-D526-557628140BB4}"/>
              </a:ext>
            </a:extLst>
          </p:cNvPr>
          <p:cNvSpPr/>
          <p:nvPr userDrawn="1"/>
        </p:nvSpPr>
        <p:spPr>
          <a:xfrm>
            <a:off x="866275" y="2722179"/>
            <a:ext cx="3224221" cy="1518428"/>
          </a:xfrm>
          <a:prstGeom prst="chevron">
            <a:avLst>
              <a:gd name="adj" fmla="val 20213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Arrow: Chevron 7">
            <a:extLst>
              <a:ext uri="{FF2B5EF4-FFF2-40B4-BE49-F238E27FC236}">
                <a16:creationId xmlns:a16="http://schemas.microsoft.com/office/drawing/2014/main" id="{C2378119-330F-3A30-A80B-F0E4116A2D51}"/>
              </a:ext>
            </a:extLst>
          </p:cNvPr>
          <p:cNvSpPr/>
          <p:nvPr userDrawn="1"/>
        </p:nvSpPr>
        <p:spPr>
          <a:xfrm>
            <a:off x="4149964" y="2722179"/>
            <a:ext cx="3218044" cy="1518427"/>
          </a:xfrm>
          <a:prstGeom prst="chevron">
            <a:avLst>
              <a:gd name="adj" fmla="val 20213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Arrow: Chevron 8">
            <a:extLst>
              <a:ext uri="{FF2B5EF4-FFF2-40B4-BE49-F238E27FC236}">
                <a16:creationId xmlns:a16="http://schemas.microsoft.com/office/drawing/2014/main" id="{F75E3764-09FB-4545-3FA7-D514924413ED}"/>
              </a:ext>
            </a:extLst>
          </p:cNvPr>
          <p:cNvSpPr/>
          <p:nvPr userDrawn="1"/>
        </p:nvSpPr>
        <p:spPr>
          <a:xfrm>
            <a:off x="7364437" y="2722179"/>
            <a:ext cx="3224221" cy="1518426"/>
          </a:xfrm>
          <a:prstGeom prst="chevron">
            <a:avLst>
              <a:gd name="adj" fmla="val 20213"/>
            </a:avLst>
          </a:prstGeom>
          <a:solidFill>
            <a:srgbClr val="ADCA9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Arrow: Chevron 9">
            <a:extLst>
              <a:ext uri="{FF2B5EF4-FFF2-40B4-BE49-F238E27FC236}">
                <a16:creationId xmlns:a16="http://schemas.microsoft.com/office/drawing/2014/main" id="{F15AEC5C-3841-5879-28DA-F4F486E3FB91}"/>
              </a:ext>
            </a:extLst>
          </p:cNvPr>
          <p:cNvSpPr/>
          <p:nvPr userDrawn="1"/>
        </p:nvSpPr>
        <p:spPr>
          <a:xfrm>
            <a:off x="10578910" y="2722180"/>
            <a:ext cx="3224221" cy="1518425"/>
          </a:xfrm>
          <a:prstGeom prst="chevron">
            <a:avLst>
              <a:gd name="adj" fmla="val 20213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內容版面配置區 26">
            <a:extLst>
              <a:ext uri="{FF2B5EF4-FFF2-40B4-BE49-F238E27FC236}">
                <a16:creationId xmlns:a16="http://schemas.microsoft.com/office/drawing/2014/main" id="{8A00F5B4-318A-37C5-C60C-50D9FB1CF86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36437" y="4364182"/>
            <a:ext cx="2964991" cy="3646184"/>
          </a:xfrm>
          <a:ln w="6350" cap="rnd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964991"/>
                      <a:gd name="connsiteY0" fmla="*/ 0 h 3754418"/>
                      <a:gd name="connsiteX1" fmla="*/ 2964991 w 2964991"/>
                      <a:gd name="connsiteY1" fmla="*/ 0 h 3754418"/>
                      <a:gd name="connsiteX2" fmla="*/ 2964991 w 2964991"/>
                      <a:gd name="connsiteY2" fmla="*/ 3754418 h 3754418"/>
                      <a:gd name="connsiteX3" fmla="*/ 0 w 2964991"/>
                      <a:gd name="connsiteY3" fmla="*/ 3754418 h 3754418"/>
                      <a:gd name="connsiteX4" fmla="*/ 0 w 2964991"/>
                      <a:gd name="connsiteY4" fmla="*/ 0 h 375441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964991" h="3754418" fill="none" extrusionOk="0">
                        <a:moveTo>
                          <a:pt x="0" y="0"/>
                        </a:moveTo>
                        <a:cubicBezTo>
                          <a:pt x="995301" y="-49533"/>
                          <a:pt x="2203840" y="-14809"/>
                          <a:pt x="2964991" y="0"/>
                        </a:cubicBezTo>
                        <a:cubicBezTo>
                          <a:pt x="3052630" y="979463"/>
                          <a:pt x="2892312" y="1999622"/>
                          <a:pt x="2964991" y="3754418"/>
                        </a:cubicBezTo>
                        <a:cubicBezTo>
                          <a:pt x="1640711" y="3706187"/>
                          <a:pt x="520785" y="3838873"/>
                          <a:pt x="0" y="3754418"/>
                        </a:cubicBezTo>
                        <a:cubicBezTo>
                          <a:pt x="-38581" y="3029737"/>
                          <a:pt x="63341" y="1660035"/>
                          <a:pt x="0" y="0"/>
                        </a:cubicBezTo>
                        <a:close/>
                      </a:path>
                      <a:path w="2964991" h="3754418" stroke="0" extrusionOk="0">
                        <a:moveTo>
                          <a:pt x="0" y="0"/>
                        </a:moveTo>
                        <a:cubicBezTo>
                          <a:pt x="812540" y="118645"/>
                          <a:pt x="2598922" y="116012"/>
                          <a:pt x="2964991" y="0"/>
                        </a:cubicBezTo>
                        <a:cubicBezTo>
                          <a:pt x="2832109" y="1610394"/>
                          <a:pt x="3049942" y="2472718"/>
                          <a:pt x="2964991" y="3754418"/>
                        </a:cubicBezTo>
                        <a:cubicBezTo>
                          <a:pt x="1855104" y="3889018"/>
                          <a:pt x="846633" y="3597222"/>
                          <a:pt x="0" y="3754418"/>
                        </a:cubicBezTo>
                        <a:cubicBezTo>
                          <a:pt x="-20187" y="1884606"/>
                          <a:pt x="-152480" y="126985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/>
          <a:lstStyle/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AA2DE04-D70E-5EA8-27A3-3CA90FC1310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18443" y="3106737"/>
            <a:ext cx="2667091" cy="5143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9" name="內容版面配置區 3">
            <a:extLst>
              <a:ext uri="{FF2B5EF4-FFF2-40B4-BE49-F238E27FC236}">
                <a16:creationId xmlns:a16="http://schemas.microsoft.com/office/drawing/2014/main" id="{6318A388-50C4-77C9-95E1-AB645FA2947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25842" y="3106737"/>
            <a:ext cx="2574165" cy="5143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13" name="內容版面配置區 3">
            <a:extLst>
              <a:ext uri="{FF2B5EF4-FFF2-40B4-BE49-F238E27FC236}">
                <a16:creationId xmlns:a16="http://schemas.microsoft.com/office/drawing/2014/main" id="{14D54A0B-1027-A8DC-1531-15F5C4B8513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740315" y="3106737"/>
            <a:ext cx="2574165" cy="5143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16" name="內容版面配置區 3">
            <a:extLst>
              <a:ext uri="{FF2B5EF4-FFF2-40B4-BE49-F238E27FC236}">
                <a16:creationId xmlns:a16="http://schemas.microsoft.com/office/drawing/2014/main" id="{3B6B2FAB-2416-7270-1FA5-EF35DBB1812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0913688" y="3106737"/>
            <a:ext cx="2558089" cy="514350"/>
          </a:xfrm>
        </p:spPr>
        <p:txBody>
          <a:bodyPr/>
          <a:lstStyle>
            <a:lvl1pPr marL="0" indent="0" algn="ctr">
              <a:buNone/>
              <a:defRPr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3" name="內容版面配置區 26">
            <a:extLst>
              <a:ext uri="{FF2B5EF4-FFF2-40B4-BE49-F238E27FC236}">
                <a16:creationId xmlns:a16="http://schemas.microsoft.com/office/drawing/2014/main" id="{A9905A38-192B-9799-3C79-A1B424D6F4A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26770" y="4364182"/>
            <a:ext cx="2964991" cy="3646184"/>
          </a:xfrm>
          <a:ln>
            <a:noFill/>
          </a:ln>
        </p:spPr>
        <p:txBody>
          <a:bodyPr/>
          <a:lstStyle/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21" name="內容版面配置區 26">
            <a:extLst>
              <a:ext uri="{FF2B5EF4-FFF2-40B4-BE49-F238E27FC236}">
                <a16:creationId xmlns:a16="http://schemas.microsoft.com/office/drawing/2014/main" id="{291B3F62-E67C-BBA4-0E88-7721A74CF72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494053" y="4364182"/>
            <a:ext cx="2964991" cy="3646184"/>
          </a:xfrm>
          <a:ln>
            <a:noFill/>
          </a:ln>
          <a:effectLst>
            <a:softEdge rad="0"/>
          </a:effectLst>
        </p:spPr>
        <p:txBody>
          <a:bodyPr/>
          <a:lstStyle/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22" name="內容版面配置區 26">
            <a:extLst>
              <a:ext uri="{FF2B5EF4-FFF2-40B4-BE49-F238E27FC236}">
                <a16:creationId xmlns:a16="http://schemas.microsoft.com/office/drawing/2014/main" id="{E018C222-4B6B-9A64-E2C7-7977400822C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10710236" y="4364180"/>
            <a:ext cx="2964991" cy="3646185"/>
          </a:xfrm>
          <a:ln cap="rnd" cmpd="sng">
            <a:noFill/>
            <a:round/>
          </a:ln>
        </p:spPr>
        <p:txBody>
          <a:bodyPr/>
          <a:lstStyle/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401900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84">
          <p15:clr>
            <a:srgbClr val="FBAE40"/>
          </p15:clr>
        </p15:guide>
        <p15:guide id="2" pos="576">
          <p15:clr>
            <a:srgbClr val="FBAE40"/>
          </p15:clr>
        </p15:guide>
        <p15:guide id="3" pos="8640">
          <p15:clr>
            <a:srgbClr val="FBAE40"/>
          </p15:clr>
        </p15:guide>
        <p15:guide id="4" orient="horz" pos="57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Comparis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231" y="807677"/>
            <a:ext cx="12629949" cy="921112"/>
          </a:xfrm>
        </p:spPr>
        <p:txBody>
          <a:bodyPr wrap="square">
            <a:noAutofit/>
          </a:bodyPr>
          <a:lstStyle>
            <a:lvl1pPr>
              <a:defRPr>
                <a:solidFill>
                  <a:srgbClr val="4E822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963A2D1-2661-0E45-AE2A-D547B171E58E}"/>
              </a:ext>
            </a:extLst>
          </p:cNvPr>
          <p:cNvSpPr txBox="1">
            <a:spLocks/>
          </p:cNvSpPr>
          <p:nvPr userDrawn="1"/>
        </p:nvSpPr>
        <p:spPr>
          <a:xfrm>
            <a:off x="866275" y="8394924"/>
            <a:ext cx="12629949" cy="486833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Assistant" pitchFamily="2" charset="-79"/>
                <a:ea typeface="+mn-ea"/>
                <a:cs typeface="Assistant" pitchFamily="2" charset="-79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7AEFDB2-595C-554A-8073-832D45AC40EF}" type="slidenum">
              <a:rPr lang="en-US" smtClean="0"/>
              <a:pPr/>
              <a:t>‹#›</a:t>
            </a:fld>
            <a:r>
              <a:rPr lang="en-US"/>
              <a:t>      </a:t>
            </a:r>
            <a:r>
              <a:rPr lang="en-US" err="1"/>
              <a:t>www.capitalareafoodbank.org</a:t>
            </a:r>
            <a:endParaRPr lang="en-US"/>
          </a:p>
        </p:txBody>
      </p:sp>
      <p:sp>
        <p:nvSpPr>
          <p:cNvPr id="7" name="表格版面配置區 6">
            <a:extLst>
              <a:ext uri="{FF2B5EF4-FFF2-40B4-BE49-F238E27FC236}">
                <a16:creationId xmlns:a16="http://schemas.microsoft.com/office/drawing/2014/main" id="{6349BD1C-1723-9E3D-59BA-3783503A05A1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66775" y="2943225"/>
            <a:ext cx="12630150" cy="5451475"/>
          </a:xfrm>
          <a:noFill/>
          <a:ln>
            <a:noFill/>
          </a:ln>
        </p:spPr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963236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84">
          <p15:clr>
            <a:srgbClr val="FBAE40"/>
          </p15:clr>
        </p15:guide>
        <p15:guide id="2" pos="576">
          <p15:clr>
            <a:srgbClr val="FBAE40"/>
          </p15:clr>
        </p15:guide>
        <p15:guide id="3" pos="8640">
          <p15:clr>
            <a:srgbClr val="FBAE40"/>
          </p15:clr>
        </p15:guide>
        <p15:guide id="4" orient="horz" pos="57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progress">
    <p:bg>
      <p:bgPr>
        <a:solidFill>
          <a:srgbClr val="F0F0E2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75" y="807677"/>
            <a:ext cx="12849725" cy="668198"/>
          </a:xfrm>
        </p:spPr>
        <p:txBody>
          <a:bodyPr wrap="square">
            <a:noAutofit/>
          </a:bodyPr>
          <a:lstStyle>
            <a:lvl1pPr>
              <a:defRPr>
                <a:solidFill>
                  <a:srgbClr val="4E822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DC28FB6-C924-DE41-98A4-702EA0FA0700}"/>
              </a:ext>
            </a:extLst>
          </p:cNvPr>
          <p:cNvSpPr txBox="1">
            <a:spLocks/>
          </p:cNvSpPr>
          <p:nvPr userDrawn="1"/>
        </p:nvSpPr>
        <p:spPr>
          <a:xfrm>
            <a:off x="866275" y="8394924"/>
            <a:ext cx="12629949" cy="486833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Assistant" pitchFamily="2" charset="-79"/>
                <a:ea typeface="+mn-ea"/>
                <a:cs typeface="Assistant" pitchFamily="2" charset="-79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7AEFDB2-595C-554A-8073-832D45AC40EF}" type="slidenum">
              <a:rPr lang="en-US" smtClean="0"/>
              <a:pPr/>
              <a:t>‹#›</a:t>
            </a:fld>
            <a:r>
              <a:rPr lang="en-US"/>
              <a:t>      </a:t>
            </a:r>
            <a:r>
              <a:rPr lang="en-US" err="1"/>
              <a:t>www.capitalareafoodbank.org</a:t>
            </a:r>
            <a:endParaRPr lang="en-US"/>
          </a:p>
        </p:txBody>
      </p:sp>
      <p:sp>
        <p:nvSpPr>
          <p:cNvPr id="3" name="Chevron 20">
            <a:extLst>
              <a:ext uri="{FF2B5EF4-FFF2-40B4-BE49-F238E27FC236}">
                <a16:creationId xmlns:a16="http://schemas.microsoft.com/office/drawing/2014/main" id="{1372DC99-7F7C-4006-3968-1683854E3D51}"/>
              </a:ext>
            </a:extLst>
          </p:cNvPr>
          <p:cNvSpPr/>
          <p:nvPr userDrawn="1"/>
        </p:nvSpPr>
        <p:spPr>
          <a:xfrm rot="5400000">
            <a:off x="1879884" y="4710769"/>
            <a:ext cx="2125672" cy="3801482"/>
          </a:xfrm>
          <a:prstGeom prst="chevron">
            <a:avLst>
              <a:gd name="adj" fmla="val 20758"/>
            </a:avLst>
          </a:prstGeom>
          <a:solidFill>
            <a:schemeClr val="accent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lIns="210312" rtlCol="0" anchor="t" anchorCtr="0"/>
          <a:lstStyle/>
          <a:p>
            <a:pPr algn="ctr"/>
            <a:endParaRPr lang="en-US" sz="2000" dirty="0">
              <a:solidFill>
                <a:srgbClr val="FFFFFF"/>
              </a:solidFill>
            </a:endParaRPr>
          </a:p>
          <a:p>
            <a:pPr algn="ctr"/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4" name="Chevron 21">
            <a:extLst>
              <a:ext uri="{FF2B5EF4-FFF2-40B4-BE49-F238E27FC236}">
                <a16:creationId xmlns:a16="http://schemas.microsoft.com/office/drawing/2014/main" id="{E69D3BD7-5F97-4FD6-9783-26211D6C094B}"/>
              </a:ext>
            </a:extLst>
          </p:cNvPr>
          <p:cNvSpPr/>
          <p:nvPr userDrawn="1"/>
        </p:nvSpPr>
        <p:spPr>
          <a:xfrm rot="5400000">
            <a:off x="1879886" y="3012619"/>
            <a:ext cx="2125671" cy="3801482"/>
          </a:xfrm>
          <a:prstGeom prst="chevron">
            <a:avLst>
              <a:gd name="adj" fmla="val 20758"/>
            </a:avLst>
          </a:prstGeom>
          <a:solidFill>
            <a:schemeClr val="accent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lIns="210312" rtlCol="0" anchor="t" anchorCtr="0"/>
          <a:lstStyle/>
          <a:p>
            <a:pPr algn="ctr"/>
            <a:endParaRPr lang="en-US" sz="3200" b="1" dirty="0">
              <a:solidFill>
                <a:srgbClr val="FFFFFF"/>
              </a:solidFill>
            </a:endParaRPr>
          </a:p>
        </p:txBody>
      </p:sp>
      <p:sp>
        <p:nvSpPr>
          <p:cNvPr id="5" name="Pentagon 3">
            <a:extLst>
              <a:ext uri="{FF2B5EF4-FFF2-40B4-BE49-F238E27FC236}">
                <a16:creationId xmlns:a16="http://schemas.microsoft.com/office/drawing/2014/main" id="{6B937548-468B-DCFB-1AB3-BFC3184A8B85}"/>
              </a:ext>
            </a:extLst>
          </p:cNvPr>
          <p:cNvSpPr/>
          <p:nvPr userDrawn="1"/>
        </p:nvSpPr>
        <p:spPr>
          <a:xfrm rot="5400000">
            <a:off x="1879884" y="1328197"/>
            <a:ext cx="2125672" cy="3801482"/>
          </a:xfrm>
          <a:prstGeom prst="homePlate">
            <a:avLst>
              <a:gd name="adj" fmla="val 2210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lIns="182880" rtlCol="0" anchor="ctr" anchorCtr="0"/>
          <a:lstStyle/>
          <a:p>
            <a:pPr algn="ctr"/>
            <a:endParaRPr lang="en-US" sz="2000" dirty="0">
              <a:solidFill>
                <a:srgbClr val="FFFFFF"/>
              </a:solidFill>
            </a:endParaRPr>
          </a:p>
          <a:p>
            <a:pPr algn="ctr"/>
            <a:endParaRPr lang="en-US" sz="3200" b="1" dirty="0">
              <a:solidFill>
                <a:srgbClr val="FFFFFF"/>
              </a:solidFill>
            </a:endParaRPr>
          </a:p>
        </p:txBody>
      </p:sp>
      <p:sp>
        <p:nvSpPr>
          <p:cNvPr id="12" name="文字版面配置區 11">
            <a:extLst>
              <a:ext uri="{FF2B5EF4-FFF2-40B4-BE49-F238E27FC236}">
                <a16:creationId xmlns:a16="http://schemas.microsoft.com/office/drawing/2014/main" id="{1AF53179-31BE-FE9D-8258-562728D590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27923" y="6223182"/>
            <a:ext cx="7915275" cy="514350"/>
          </a:xfrm>
        </p:spPr>
        <p:txBody>
          <a:bodyPr/>
          <a:lstStyle/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13" name="文字版面配置區 11">
            <a:extLst>
              <a:ext uri="{FF2B5EF4-FFF2-40B4-BE49-F238E27FC236}">
                <a16:creationId xmlns:a16="http://schemas.microsoft.com/office/drawing/2014/main" id="{D4B4EE9E-A3E2-6D05-AE8F-ED8D00EABE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27923" y="4565791"/>
            <a:ext cx="7915275" cy="514350"/>
          </a:xfrm>
        </p:spPr>
        <p:txBody>
          <a:bodyPr/>
          <a:lstStyle/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14" name="文字版面配置區 11">
            <a:extLst>
              <a:ext uri="{FF2B5EF4-FFF2-40B4-BE49-F238E27FC236}">
                <a16:creationId xmlns:a16="http://schemas.microsoft.com/office/drawing/2014/main" id="{3F095313-01A1-ED56-5A42-D00680AC7E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27923" y="2747504"/>
            <a:ext cx="7915275" cy="514350"/>
          </a:xfrm>
        </p:spPr>
        <p:txBody>
          <a:bodyPr/>
          <a:lstStyle/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57A6D54D-D037-5D1A-487E-2C00A702C08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82000" y="2379849"/>
            <a:ext cx="3161424" cy="1256929"/>
          </a:xfrm>
        </p:spPr>
        <p:txBody>
          <a:bodyPr/>
          <a:lstStyle>
            <a:lvl1pPr marL="0" indent="0" algn="ctr">
              <a:buNone/>
              <a:defRPr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defRPr>
            </a:lvl1pPr>
            <a:lvl2pPr algn="ctr">
              <a:defRPr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defRPr>
            </a:lvl2pPr>
            <a:lvl3pPr algn="ctr">
              <a:defRPr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defRPr>
            </a:lvl3pPr>
            <a:lvl4pPr algn="ctr">
              <a:defRPr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defRPr>
            </a:lvl4pPr>
            <a:lvl5pPr algn="ctr">
              <a:defRPr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8" name="內容版面配置區 6">
            <a:extLst>
              <a:ext uri="{FF2B5EF4-FFF2-40B4-BE49-F238E27FC236}">
                <a16:creationId xmlns:a16="http://schemas.microsoft.com/office/drawing/2014/main" id="{F752FC65-BF67-6B63-E65C-BFA8C1A0CE3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382000" y="4291775"/>
            <a:ext cx="3161423" cy="1183738"/>
          </a:xfrm>
        </p:spPr>
        <p:txBody>
          <a:bodyPr/>
          <a:lstStyle>
            <a:lvl1pPr marL="0" indent="0" algn="ctr">
              <a:buNone/>
              <a:defRPr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defRPr>
            </a:lvl1pPr>
            <a:lvl2pPr algn="ctr">
              <a:defRPr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defRPr>
            </a:lvl2pPr>
            <a:lvl3pPr algn="ctr">
              <a:defRPr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defRPr>
            </a:lvl3pPr>
            <a:lvl4pPr algn="ctr">
              <a:defRPr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defRPr>
            </a:lvl4pPr>
            <a:lvl5pPr algn="ctr">
              <a:defRPr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9" name="內容版面配置區 6">
            <a:extLst>
              <a:ext uri="{FF2B5EF4-FFF2-40B4-BE49-F238E27FC236}">
                <a16:creationId xmlns:a16="http://schemas.microsoft.com/office/drawing/2014/main" id="{82D3CFBA-193C-DD4A-F2F8-6F288668861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387201" y="5984794"/>
            <a:ext cx="3156222" cy="1248302"/>
          </a:xfrm>
        </p:spPr>
        <p:txBody>
          <a:bodyPr/>
          <a:lstStyle>
            <a:lvl1pPr marL="0" indent="0" algn="ctr">
              <a:buNone/>
              <a:defRPr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defRPr>
            </a:lvl1pPr>
            <a:lvl2pPr algn="ctr">
              <a:defRPr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defRPr>
            </a:lvl2pPr>
            <a:lvl3pPr algn="ctr">
              <a:defRPr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defRPr>
            </a:lvl3pPr>
            <a:lvl4pPr algn="ctr">
              <a:defRPr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defRPr>
            </a:lvl4pPr>
            <a:lvl5pPr algn="ctr">
              <a:defRPr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235494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84">
          <p15:clr>
            <a:srgbClr val="FBAE40"/>
          </p15:clr>
        </p15:guide>
        <p15:guide id="2" pos="576">
          <p15:clr>
            <a:srgbClr val="FBAE40"/>
          </p15:clr>
        </p15:guide>
        <p15:guide id="3" pos="8640">
          <p15:clr>
            <a:srgbClr val="FBAE40"/>
          </p15:clr>
        </p15:guide>
        <p15:guide id="4" orient="horz" pos="57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2 Photos with Title">
    <p:bg>
      <p:bgPr>
        <a:solidFill>
          <a:srgbClr val="F0F0E2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232" y="807677"/>
            <a:ext cx="12865768" cy="668198"/>
          </a:xfrm>
        </p:spPr>
        <p:txBody>
          <a:bodyPr wrap="square">
            <a:noAutofit/>
          </a:bodyPr>
          <a:lstStyle>
            <a:lvl1pPr>
              <a:defRPr>
                <a:solidFill>
                  <a:srgbClr val="4E822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5947A4F-24BA-F540-93EE-E71F3959368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005263"/>
            <a:ext cx="6176963" cy="6224337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CLICK ONE OF THE ICONS HERE </a:t>
            </a:r>
            <a:br>
              <a:rPr lang="en-US" dirty="0"/>
            </a:br>
            <a:r>
              <a:rPr lang="en-US" dirty="0"/>
              <a:t>TO INSERT AN IMAGE, CHART</a:t>
            </a:r>
            <a:br>
              <a:rPr lang="en-US" dirty="0"/>
            </a:br>
            <a:r>
              <a:rPr lang="en-US" dirty="0"/>
              <a:t>OR GRAPHIC, ETC.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7008027E-0CED-4947-97B4-EEB49F4F12A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543800" y="2005263"/>
            <a:ext cx="6176963" cy="6224337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CLICK ONE OF THE ICONS HERE </a:t>
            </a:r>
            <a:br>
              <a:rPr lang="en-US"/>
            </a:br>
            <a:r>
              <a:rPr lang="en-US"/>
              <a:t>TO INSERT AN IMAGE, CHART</a:t>
            </a:r>
            <a:br>
              <a:rPr lang="en-US"/>
            </a:br>
            <a:r>
              <a:rPr lang="en-US"/>
              <a:t>OR GRAPHIC, ETC.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DC28FB6-C924-DE41-98A4-702EA0FA0700}"/>
              </a:ext>
            </a:extLst>
          </p:cNvPr>
          <p:cNvSpPr txBox="1">
            <a:spLocks/>
          </p:cNvSpPr>
          <p:nvPr userDrawn="1"/>
        </p:nvSpPr>
        <p:spPr>
          <a:xfrm>
            <a:off x="866275" y="8394924"/>
            <a:ext cx="12629949" cy="486833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Assistant" pitchFamily="2" charset="-79"/>
                <a:ea typeface="+mn-ea"/>
                <a:cs typeface="Assistant" pitchFamily="2" charset="-79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7AEFDB2-595C-554A-8073-832D45AC40EF}" type="slidenum">
              <a:rPr lang="en-US" smtClean="0"/>
              <a:pPr/>
              <a:t>‹#›</a:t>
            </a:fld>
            <a:r>
              <a:rPr lang="en-US"/>
              <a:t>      </a:t>
            </a:r>
            <a:r>
              <a:rPr lang="en-US" err="1"/>
              <a:t>www.capitalareafoodbank.org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539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84">
          <p15:clr>
            <a:srgbClr val="FBAE40"/>
          </p15:clr>
        </p15:guide>
        <p15:guide id="2" pos="576">
          <p15:clr>
            <a:srgbClr val="FBAE40"/>
          </p15:clr>
        </p15:guide>
        <p15:guide id="3" pos="8640">
          <p15:clr>
            <a:srgbClr val="FBAE40"/>
          </p15:clr>
        </p15:guide>
        <p15:guide id="4" orient="horz" pos="57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ight Green Section with Image">
    <p:bg>
      <p:bgPr>
        <a:solidFill>
          <a:srgbClr val="82C5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1B9F78C2-767B-594E-83A2-F4225203B00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757722" y="1"/>
            <a:ext cx="4872678" cy="9143999"/>
          </a:xfrm>
          <a:custGeom>
            <a:avLst/>
            <a:gdLst>
              <a:gd name="connsiteX0" fmla="*/ 2797319 w 4872678"/>
              <a:gd name="connsiteY0" fmla="*/ 0 h 9143999"/>
              <a:gd name="connsiteX1" fmla="*/ 4872678 w 4872678"/>
              <a:gd name="connsiteY1" fmla="*/ 0 h 9143999"/>
              <a:gd name="connsiteX2" fmla="*/ 4872678 w 4872678"/>
              <a:gd name="connsiteY2" fmla="*/ 9143999 h 9143999"/>
              <a:gd name="connsiteX3" fmla="*/ 0 w 4872678"/>
              <a:gd name="connsiteY3" fmla="*/ 9143999 h 9143999"/>
              <a:gd name="connsiteX4" fmla="*/ 0 w 4872678"/>
              <a:gd name="connsiteY4" fmla="*/ 2640331 h 9143999"/>
              <a:gd name="connsiteX5" fmla="*/ 67293 w 4872678"/>
              <a:gd name="connsiteY5" fmla="*/ 2123321 h 9143999"/>
              <a:gd name="connsiteX6" fmla="*/ 2760052 w 4872678"/>
              <a:gd name="connsiteY6" fmla="*/ 1769 h 9143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72678" h="9143999">
                <a:moveTo>
                  <a:pt x="2797319" y="0"/>
                </a:moveTo>
                <a:lnTo>
                  <a:pt x="4872678" y="0"/>
                </a:lnTo>
                <a:lnTo>
                  <a:pt x="4872678" y="9143999"/>
                </a:lnTo>
                <a:lnTo>
                  <a:pt x="0" y="9143999"/>
                </a:lnTo>
                <a:lnTo>
                  <a:pt x="0" y="2640331"/>
                </a:lnTo>
                <a:cubicBezTo>
                  <a:pt x="13771" y="2568780"/>
                  <a:pt x="7223" y="2356917"/>
                  <a:pt x="67293" y="2123321"/>
                </a:cubicBezTo>
                <a:cubicBezTo>
                  <a:pt x="378892" y="816865"/>
                  <a:pt x="1435760" y="128110"/>
                  <a:pt x="2760052" y="1769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PLACE </a:t>
            </a:r>
            <a:br>
              <a:rPr lang="en-US"/>
            </a:br>
            <a:r>
              <a:rPr lang="en-US"/>
              <a:t>A VERTICAL PHOTO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E691683-9A9C-7348-8BA0-5BA84AFBFE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8458200"/>
            <a:ext cx="14630400" cy="6858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C10BF7B-B737-374A-A34A-22C0D3B247B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5421" y="3470624"/>
            <a:ext cx="7644721" cy="1470343"/>
          </a:xfrm>
        </p:spPr>
        <p:txBody>
          <a:bodyPr wrap="square" anchor="ctr" anchorCtr="0">
            <a:noAutofit/>
          </a:bodyPr>
          <a:lstStyle>
            <a:lvl1pPr marL="15875" indent="0" algn="l">
              <a:lnSpc>
                <a:spcPts val="7800"/>
              </a:lnSpc>
              <a:tabLst/>
              <a:defRPr sz="8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96802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08" userDrawn="1">
          <p15:clr>
            <a:srgbClr val="FBAE40"/>
          </p15:clr>
        </p15:guide>
        <p15:guide id="2" pos="8640">
          <p15:clr>
            <a:srgbClr val="FBAE40"/>
          </p15:clr>
        </p15:guide>
        <p15:guide id="3" pos="576">
          <p15:clr>
            <a:srgbClr val="FBAE40"/>
          </p15:clr>
        </p15:guide>
        <p15:guide id="4" orient="horz" pos="57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ight Green Section no Image">
    <p:bg>
      <p:bgPr>
        <a:solidFill>
          <a:srgbClr val="82C5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55421" y="3470624"/>
            <a:ext cx="7644721" cy="1470343"/>
          </a:xfrm>
        </p:spPr>
        <p:txBody>
          <a:bodyPr wrap="square" anchor="ctr" anchorCtr="0">
            <a:noAutofit/>
          </a:bodyPr>
          <a:lstStyle>
            <a:lvl1pPr marL="15875" indent="0" algn="l">
              <a:lnSpc>
                <a:spcPts val="7800"/>
              </a:lnSpc>
              <a:tabLst/>
              <a:defRPr sz="8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B39FA5-3CA3-B048-B5D1-CC42207F62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5400000">
            <a:off x="6895629" y="7078504"/>
            <a:ext cx="14813269" cy="694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7982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84">
          <p15:clr>
            <a:srgbClr val="FBAE40"/>
          </p15:clr>
        </p15:guide>
        <p15:guide id="2" pos="8640">
          <p15:clr>
            <a:srgbClr val="FBAE40"/>
          </p15:clr>
        </p15:guide>
        <p15:guide id="3" pos="576">
          <p15:clr>
            <a:srgbClr val="FBAE40"/>
          </p15:clr>
        </p15:guide>
        <p15:guide id="4" orient="horz" pos="57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ight Green Text /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383DBC9-D9A9-9449-9F81-19D1111117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37558" y="0"/>
            <a:ext cx="4892842" cy="9144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PLACE </a:t>
            </a:r>
            <a:br>
              <a:rPr lang="en-US"/>
            </a:br>
            <a:r>
              <a:rPr lang="en-US"/>
              <a:t>A SINGLE VERTICAL</a:t>
            </a:r>
            <a:br>
              <a:rPr lang="en-US"/>
            </a:br>
            <a:r>
              <a:rPr lang="en-US"/>
              <a:t>PHOTO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232" y="807676"/>
            <a:ext cx="6737684" cy="1518429"/>
          </a:xfrm>
        </p:spPr>
        <p:txBody>
          <a:bodyPr wrap="square">
            <a:noAutofit/>
          </a:bodyPr>
          <a:lstStyle>
            <a:lvl1pPr>
              <a:defRPr>
                <a:solidFill>
                  <a:srgbClr val="82C56A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2316" y="2787093"/>
            <a:ext cx="6822706" cy="2062103"/>
          </a:xfrm>
        </p:spPr>
        <p:txBody>
          <a:bodyPr/>
          <a:lstStyle>
            <a:lvl1pPr>
              <a:buClr>
                <a:srgbClr val="82C56A"/>
              </a:buClr>
              <a:defRPr>
                <a:solidFill>
                  <a:srgbClr val="4A4A4A"/>
                </a:solidFill>
              </a:defRPr>
            </a:lvl1pPr>
            <a:lvl2pPr>
              <a:buClr>
                <a:srgbClr val="82C56A"/>
              </a:buClr>
              <a:defRPr>
                <a:solidFill>
                  <a:srgbClr val="4A4A4A"/>
                </a:solidFill>
              </a:defRPr>
            </a:lvl2pPr>
            <a:lvl3pPr>
              <a:buClr>
                <a:srgbClr val="82C56A"/>
              </a:buClr>
              <a:defRPr>
                <a:solidFill>
                  <a:srgbClr val="4A4A4A"/>
                </a:solidFill>
              </a:defRPr>
            </a:lvl3pPr>
            <a:lvl4pPr>
              <a:buClr>
                <a:srgbClr val="82C56A"/>
              </a:buClr>
              <a:defRPr>
                <a:solidFill>
                  <a:srgbClr val="4A4A4A"/>
                </a:solidFill>
              </a:defRPr>
            </a:lvl4pPr>
            <a:lvl5pPr>
              <a:buClr>
                <a:srgbClr val="82C56A"/>
              </a:buClr>
              <a:defRPr>
                <a:solidFill>
                  <a:srgbClr val="4A4A4A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FDDC7B1-B643-2A48-BBD7-26DF44570ADD}"/>
              </a:ext>
            </a:extLst>
          </p:cNvPr>
          <p:cNvSpPr txBox="1">
            <a:spLocks/>
          </p:cNvSpPr>
          <p:nvPr userDrawn="1"/>
        </p:nvSpPr>
        <p:spPr>
          <a:xfrm>
            <a:off x="866275" y="8394924"/>
            <a:ext cx="12629949" cy="486833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Assistant" pitchFamily="2" charset="-79"/>
                <a:ea typeface="+mn-ea"/>
                <a:cs typeface="Assistant" pitchFamily="2" charset="-79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7AEFDB2-595C-554A-8073-832D45AC40EF}" type="slidenum">
              <a:rPr lang="en-US" smtClean="0"/>
              <a:pPr/>
              <a:t>‹#›</a:t>
            </a:fld>
            <a:r>
              <a:rPr lang="en-US"/>
              <a:t>      </a:t>
            </a:r>
            <a:r>
              <a:rPr lang="en-US" err="1"/>
              <a:t>www.capitalareafoodbank.org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612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84">
          <p15:clr>
            <a:srgbClr val="FBAE40"/>
          </p15:clr>
        </p15:guide>
        <p15:guide id="2" pos="576">
          <p15:clr>
            <a:srgbClr val="FBAE40"/>
          </p15:clr>
        </p15:guide>
        <p15:guide id="3" pos="8640">
          <p15:clr>
            <a:srgbClr val="FBAE40"/>
          </p15:clr>
        </p15:guide>
        <p15:guide id="4" orient="horz" pos="57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ight Gree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232" y="807676"/>
            <a:ext cx="12645992" cy="1518429"/>
          </a:xfrm>
        </p:spPr>
        <p:txBody>
          <a:bodyPr wrap="square">
            <a:noAutofit/>
          </a:bodyPr>
          <a:lstStyle>
            <a:lvl1pPr>
              <a:defRPr>
                <a:solidFill>
                  <a:srgbClr val="82C56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2316" y="2787093"/>
            <a:ext cx="12613908" cy="5549231"/>
          </a:xfrm>
        </p:spPr>
        <p:txBody>
          <a:bodyPr/>
          <a:lstStyle>
            <a:lvl1pPr>
              <a:buClr>
                <a:srgbClr val="82C56A"/>
              </a:buClr>
              <a:defRPr>
                <a:solidFill>
                  <a:srgbClr val="4A4A4A"/>
                </a:solidFill>
              </a:defRPr>
            </a:lvl1pPr>
            <a:lvl2pPr>
              <a:buClr>
                <a:srgbClr val="82C56A"/>
              </a:buClr>
              <a:defRPr>
                <a:solidFill>
                  <a:srgbClr val="4A4A4A"/>
                </a:solidFill>
              </a:defRPr>
            </a:lvl2pPr>
            <a:lvl3pPr>
              <a:buClr>
                <a:srgbClr val="82C56A"/>
              </a:buClr>
              <a:defRPr>
                <a:solidFill>
                  <a:srgbClr val="4A4A4A"/>
                </a:solidFill>
              </a:defRPr>
            </a:lvl3pPr>
            <a:lvl4pPr>
              <a:buClr>
                <a:srgbClr val="82C56A"/>
              </a:buClr>
              <a:defRPr>
                <a:solidFill>
                  <a:srgbClr val="4A4A4A"/>
                </a:solidFill>
              </a:defRPr>
            </a:lvl4pPr>
            <a:lvl5pPr>
              <a:buClr>
                <a:srgbClr val="82C56A"/>
              </a:buClr>
              <a:defRPr>
                <a:solidFill>
                  <a:srgbClr val="4A4A4A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FDDC7B1-B643-2A48-BBD7-26DF44570ADD}"/>
              </a:ext>
            </a:extLst>
          </p:cNvPr>
          <p:cNvSpPr txBox="1">
            <a:spLocks/>
          </p:cNvSpPr>
          <p:nvPr userDrawn="1"/>
        </p:nvSpPr>
        <p:spPr>
          <a:xfrm>
            <a:off x="866275" y="8394924"/>
            <a:ext cx="12629949" cy="486833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Assistant" pitchFamily="2" charset="-79"/>
                <a:ea typeface="+mn-ea"/>
                <a:cs typeface="Assistant" pitchFamily="2" charset="-79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7AEFDB2-595C-554A-8073-832D45AC40EF}" type="slidenum">
              <a:rPr lang="en-US" smtClean="0"/>
              <a:pPr/>
              <a:t>‹#›</a:t>
            </a:fld>
            <a:r>
              <a:rPr lang="en-US"/>
              <a:t>      </a:t>
            </a:r>
            <a:r>
              <a:rPr lang="en-US" err="1"/>
              <a:t>www.capitalareafoodbank.org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303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84">
          <p15:clr>
            <a:srgbClr val="FBAE40"/>
          </p15:clr>
        </p15:guide>
        <p15:guide id="2" pos="576">
          <p15:clr>
            <a:srgbClr val="FBAE40"/>
          </p15:clr>
        </p15:guide>
        <p15:guide id="3" pos="8640">
          <p15:clr>
            <a:srgbClr val="FBAE40"/>
          </p15:clr>
        </p15:guide>
        <p15:guide id="4" orient="horz" pos="57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ight Green Text /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232" y="807676"/>
            <a:ext cx="5983705" cy="1518429"/>
          </a:xfrm>
        </p:spPr>
        <p:txBody>
          <a:bodyPr wrap="square">
            <a:noAutofit/>
          </a:bodyPr>
          <a:lstStyle>
            <a:lvl1pPr>
              <a:defRPr>
                <a:solidFill>
                  <a:srgbClr val="82C56A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2316" y="2787093"/>
            <a:ext cx="5983705" cy="2062103"/>
          </a:xfrm>
        </p:spPr>
        <p:txBody>
          <a:bodyPr/>
          <a:lstStyle>
            <a:lvl1pPr>
              <a:buClr>
                <a:srgbClr val="82C56A"/>
              </a:buClr>
              <a:defRPr>
                <a:solidFill>
                  <a:srgbClr val="4A4A4A"/>
                </a:solidFill>
              </a:defRPr>
            </a:lvl1pPr>
            <a:lvl2pPr>
              <a:buClr>
                <a:srgbClr val="82C56A"/>
              </a:buClr>
              <a:defRPr>
                <a:solidFill>
                  <a:srgbClr val="4A4A4A"/>
                </a:solidFill>
              </a:defRPr>
            </a:lvl2pPr>
            <a:lvl3pPr>
              <a:buClr>
                <a:srgbClr val="82C56A"/>
              </a:buClr>
              <a:defRPr>
                <a:solidFill>
                  <a:srgbClr val="4A4A4A"/>
                </a:solidFill>
              </a:defRPr>
            </a:lvl3pPr>
            <a:lvl4pPr>
              <a:buClr>
                <a:srgbClr val="82C56A"/>
              </a:buClr>
              <a:defRPr>
                <a:solidFill>
                  <a:srgbClr val="4A4A4A"/>
                </a:solidFill>
              </a:defRPr>
            </a:lvl4pPr>
            <a:lvl5pPr>
              <a:buClr>
                <a:srgbClr val="82C56A"/>
              </a:buClr>
              <a:defRPr>
                <a:solidFill>
                  <a:srgbClr val="4A4A4A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F022D8A-5E95-404B-B6A6-CA4E3B50681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315199" y="914400"/>
            <a:ext cx="6400801" cy="7315200"/>
          </a:xfrm>
          <a:solidFill>
            <a:srgbClr val="F0F0E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CLICK ONE OF THE ICONS HERE </a:t>
            </a:r>
            <a:br>
              <a:rPr lang="en-US"/>
            </a:br>
            <a:r>
              <a:rPr lang="en-US"/>
              <a:t>TO INSERT AN IMAGE, CHART</a:t>
            </a:r>
            <a:br>
              <a:rPr lang="en-US"/>
            </a:br>
            <a:r>
              <a:rPr lang="en-US"/>
              <a:t>OR GRAPHIC, ETC.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C9A0-D369-8C4F-881A-67C516A21D91}"/>
              </a:ext>
            </a:extLst>
          </p:cNvPr>
          <p:cNvSpPr txBox="1">
            <a:spLocks/>
          </p:cNvSpPr>
          <p:nvPr userDrawn="1"/>
        </p:nvSpPr>
        <p:spPr>
          <a:xfrm>
            <a:off x="866275" y="8394924"/>
            <a:ext cx="12629949" cy="486833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Assistant" pitchFamily="2" charset="-79"/>
                <a:ea typeface="+mn-ea"/>
                <a:cs typeface="Assistant" pitchFamily="2" charset="-79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7AEFDB2-595C-554A-8073-832D45AC40EF}" type="slidenum">
              <a:rPr lang="en-US" smtClean="0"/>
              <a:pPr/>
              <a:t>‹#›</a:t>
            </a:fld>
            <a:r>
              <a:rPr lang="en-US"/>
              <a:t>      </a:t>
            </a:r>
            <a:r>
              <a:rPr lang="en-US" err="1"/>
              <a:t>www.capitalareafoodbank.org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954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84">
          <p15:clr>
            <a:srgbClr val="FBAE40"/>
          </p15:clr>
        </p15:guide>
        <p15:guide id="2" pos="576">
          <p15:clr>
            <a:srgbClr val="FBAE40"/>
          </p15:clr>
        </p15:guide>
        <p15:guide id="3" pos="8640">
          <p15:clr>
            <a:srgbClr val="FBAE40"/>
          </p15:clr>
        </p15:guide>
        <p15:guide id="4" orient="horz" pos="57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ight Green 2 chart">
    <p:bg>
      <p:bgPr>
        <a:solidFill>
          <a:srgbClr val="F0F0E2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75" y="807677"/>
            <a:ext cx="12849725" cy="668198"/>
          </a:xfrm>
        </p:spPr>
        <p:txBody>
          <a:bodyPr wrap="square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7008027E-0CED-4947-97B4-EEB49F4F12A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66275" y="2170587"/>
            <a:ext cx="12849725" cy="6224337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CLICK ONE OF THE ICONS HERE </a:t>
            </a:r>
            <a:br>
              <a:rPr lang="en-US" dirty="0"/>
            </a:br>
            <a:r>
              <a:rPr lang="en-US" dirty="0"/>
              <a:t>TO INSERT AN IMAGE, CHART</a:t>
            </a:r>
            <a:br>
              <a:rPr lang="en-US" dirty="0"/>
            </a:br>
            <a:r>
              <a:rPr lang="en-US" dirty="0"/>
              <a:t>OR GRAPHIC, ETC.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DC28FB6-C924-DE41-98A4-702EA0FA0700}"/>
              </a:ext>
            </a:extLst>
          </p:cNvPr>
          <p:cNvSpPr txBox="1">
            <a:spLocks/>
          </p:cNvSpPr>
          <p:nvPr userDrawn="1"/>
        </p:nvSpPr>
        <p:spPr>
          <a:xfrm>
            <a:off x="866275" y="8394924"/>
            <a:ext cx="12629949" cy="486833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Assistant" pitchFamily="2" charset="-79"/>
                <a:ea typeface="+mn-ea"/>
                <a:cs typeface="Assistant" pitchFamily="2" charset="-79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7AEFDB2-595C-554A-8073-832D45AC40EF}" type="slidenum">
              <a:rPr lang="en-US" smtClean="0"/>
              <a:pPr/>
              <a:t>‹#›</a:t>
            </a:fld>
            <a:r>
              <a:rPr lang="en-US"/>
              <a:t>      </a:t>
            </a:r>
            <a:r>
              <a:rPr lang="en-US" err="1"/>
              <a:t>www.capitalareafoodbank.org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2688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84">
          <p15:clr>
            <a:srgbClr val="FBAE40"/>
          </p15:clr>
        </p15:guide>
        <p15:guide id="2" pos="576">
          <p15:clr>
            <a:srgbClr val="FBAE40"/>
          </p15:clr>
        </p15:guide>
        <p15:guide id="3" pos="8640">
          <p15:clr>
            <a:srgbClr val="FBAE40"/>
          </p15:clr>
        </p15:guide>
        <p15:guide id="4" orient="horz" pos="57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ight Green 2 Photos with Chart">
    <p:bg>
      <p:bgPr>
        <a:solidFill>
          <a:srgbClr val="F0F0E2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9116" y="807677"/>
            <a:ext cx="7956883" cy="668198"/>
          </a:xfrm>
        </p:spPr>
        <p:txBody>
          <a:bodyPr wrap="square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7008027E-0CED-4947-97B4-EEB49F4F12A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759117" y="2170587"/>
            <a:ext cx="7956883" cy="6224337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CLICK ONE OF THE ICONS HERE </a:t>
            </a:r>
            <a:br>
              <a:rPr lang="en-US" dirty="0"/>
            </a:br>
            <a:r>
              <a:rPr lang="en-US" dirty="0"/>
              <a:t>TO INSERT AN IMAGE, CHART</a:t>
            </a:r>
            <a:br>
              <a:rPr lang="en-US" dirty="0"/>
            </a:br>
            <a:r>
              <a:rPr lang="en-US" dirty="0"/>
              <a:t>OR GRAPHIC, ETC.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DC28FB6-C924-DE41-98A4-702EA0FA0700}"/>
              </a:ext>
            </a:extLst>
          </p:cNvPr>
          <p:cNvSpPr txBox="1">
            <a:spLocks/>
          </p:cNvSpPr>
          <p:nvPr userDrawn="1"/>
        </p:nvSpPr>
        <p:spPr>
          <a:xfrm>
            <a:off x="866275" y="8394924"/>
            <a:ext cx="12629949" cy="486833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Assistant" pitchFamily="2" charset="-79"/>
                <a:ea typeface="+mn-ea"/>
                <a:cs typeface="Assistant" pitchFamily="2" charset="-79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7AEFDB2-595C-554A-8073-832D45AC40EF}" type="slidenum">
              <a:rPr lang="en-US" smtClean="0"/>
              <a:pPr/>
              <a:t>‹#›</a:t>
            </a:fld>
            <a:r>
              <a:rPr lang="en-US"/>
              <a:t>      </a:t>
            </a:r>
            <a:r>
              <a:rPr lang="en-US" err="1"/>
              <a:t>www.capitalareafoodbank.org</a:t>
            </a:r>
            <a:endParaRPr lang="en-US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94699ECC-9700-031D-60CB-DC4FAC2C9B2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6533" y="0"/>
            <a:ext cx="4892842" cy="9144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PLACE </a:t>
            </a:r>
            <a:br>
              <a:rPr lang="en-US"/>
            </a:br>
            <a:r>
              <a:rPr lang="en-US"/>
              <a:t>A SINGLE VERTICAL</a:t>
            </a:r>
            <a:br>
              <a:rPr lang="en-US"/>
            </a:br>
            <a:r>
              <a:rPr lang="en-US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23896206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84">
          <p15:clr>
            <a:srgbClr val="FBAE40"/>
          </p15:clr>
        </p15:guide>
        <p15:guide id="2" pos="576">
          <p15:clr>
            <a:srgbClr val="FBAE40"/>
          </p15:clr>
        </p15:guide>
        <p15:guide id="3" pos="8640">
          <p15:clr>
            <a:srgbClr val="FBAE40"/>
          </p15:clr>
        </p15:guide>
        <p15:guide id="4" orient="horz" pos="57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ight Green 2 Photos with Title">
    <p:bg>
      <p:bgPr>
        <a:solidFill>
          <a:srgbClr val="F0F0E2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232" y="807677"/>
            <a:ext cx="12865768" cy="668198"/>
          </a:xfrm>
        </p:spPr>
        <p:txBody>
          <a:bodyPr wrap="square">
            <a:noAutofit/>
          </a:bodyPr>
          <a:lstStyle>
            <a:lvl1pPr>
              <a:defRPr>
                <a:solidFill>
                  <a:srgbClr val="82C56A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5947A4F-24BA-F540-93EE-E71F3959368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005263"/>
            <a:ext cx="6176963" cy="6224337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CLICK ONE OF THE ICONS HERE </a:t>
            </a:r>
            <a:br>
              <a:rPr lang="en-US"/>
            </a:br>
            <a:r>
              <a:rPr lang="en-US"/>
              <a:t>TO INSERT AN IMAGE, CHART</a:t>
            </a:r>
            <a:br>
              <a:rPr lang="en-US"/>
            </a:br>
            <a:r>
              <a:rPr lang="en-US"/>
              <a:t>OR GRAPHIC, ETC.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7008027E-0CED-4947-97B4-EEB49F4F12A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543800" y="2005263"/>
            <a:ext cx="6176963" cy="6224337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CLICK ONE OF THE ICONS HERE </a:t>
            </a:r>
            <a:br>
              <a:rPr lang="en-US"/>
            </a:br>
            <a:r>
              <a:rPr lang="en-US"/>
              <a:t>TO INSERT AN IMAGE, CHART</a:t>
            </a:r>
            <a:br>
              <a:rPr lang="en-US"/>
            </a:br>
            <a:r>
              <a:rPr lang="en-US"/>
              <a:t>OR GRAPHIC, ETC.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61763-741D-8D4E-ACAE-1B179CC81529}"/>
              </a:ext>
            </a:extLst>
          </p:cNvPr>
          <p:cNvSpPr txBox="1">
            <a:spLocks/>
          </p:cNvSpPr>
          <p:nvPr userDrawn="1"/>
        </p:nvSpPr>
        <p:spPr>
          <a:xfrm>
            <a:off x="866275" y="8394924"/>
            <a:ext cx="12629949" cy="486833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Assistant" pitchFamily="2" charset="-79"/>
                <a:ea typeface="+mn-ea"/>
                <a:cs typeface="Assistant" pitchFamily="2" charset="-79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7AEFDB2-595C-554A-8073-832D45AC40EF}" type="slidenum">
              <a:rPr lang="en-US" smtClean="0"/>
              <a:pPr/>
              <a:t>‹#›</a:t>
            </a:fld>
            <a:r>
              <a:rPr lang="en-US"/>
              <a:t>      </a:t>
            </a:r>
            <a:r>
              <a:rPr lang="en-US" err="1"/>
              <a:t>www.capitalareafoodbank.org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876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84">
          <p15:clr>
            <a:srgbClr val="FBAE40"/>
          </p15:clr>
        </p15:guide>
        <p15:guide id="2" pos="576">
          <p15:clr>
            <a:srgbClr val="FBAE40"/>
          </p15:clr>
        </p15:guide>
        <p15:guide id="3" pos="8640">
          <p15:clr>
            <a:srgbClr val="FBAE40"/>
          </p15:clr>
        </p15:guide>
        <p15:guide id="4" orient="horz" pos="60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Section with Image">
    <p:bg>
      <p:bgPr>
        <a:solidFill>
          <a:srgbClr val="DC7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1B9F78C2-767B-594E-83A2-F4225203B00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757722" y="1"/>
            <a:ext cx="4872678" cy="9143999"/>
          </a:xfrm>
          <a:custGeom>
            <a:avLst/>
            <a:gdLst>
              <a:gd name="connsiteX0" fmla="*/ 2797319 w 4872678"/>
              <a:gd name="connsiteY0" fmla="*/ 0 h 9143999"/>
              <a:gd name="connsiteX1" fmla="*/ 4872678 w 4872678"/>
              <a:gd name="connsiteY1" fmla="*/ 0 h 9143999"/>
              <a:gd name="connsiteX2" fmla="*/ 4872678 w 4872678"/>
              <a:gd name="connsiteY2" fmla="*/ 9143999 h 9143999"/>
              <a:gd name="connsiteX3" fmla="*/ 0 w 4872678"/>
              <a:gd name="connsiteY3" fmla="*/ 9143999 h 9143999"/>
              <a:gd name="connsiteX4" fmla="*/ 0 w 4872678"/>
              <a:gd name="connsiteY4" fmla="*/ 2640331 h 9143999"/>
              <a:gd name="connsiteX5" fmla="*/ 67293 w 4872678"/>
              <a:gd name="connsiteY5" fmla="*/ 2123321 h 9143999"/>
              <a:gd name="connsiteX6" fmla="*/ 2760052 w 4872678"/>
              <a:gd name="connsiteY6" fmla="*/ 1769 h 9143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72678" h="9143999">
                <a:moveTo>
                  <a:pt x="2797319" y="0"/>
                </a:moveTo>
                <a:lnTo>
                  <a:pt x="4872678" y="0"/>
                </a:lnTo>
                <a:lnTo>
                  <a:pt x="4872678" y="9143999"/>
                </a:lnTo>
                <a:lnTo>
                  <a:pt x="0" y="9143999"/>
                </a:lnTo>
                <a:lnTo>
                  <a:pt x="0" y="2640331"/>
                </a:lnTo>
                <a:cubicBezTo>
                  <a:pt x="13771" y="2568780"/>
                  <a:pt x="7223" y="2356917"/>
                  <a:pt x="67293" y="2123321"/>
                </a:cubicBezTo>
                <a:cubicBezTo>
                  <a:pt x="378892" y="816865"/>
                  <a:pt x="1435760" y="128110"/>
                  <a:pt x="2760052" y="1769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PLACE </a:t>
            </a:r>
            <a:br>
              <a:rPr lang="en-US"/>
            </a:br>
            <a:r>
              <a:rPr lang="en-US"/>
              <a:t>A VERTICAL PHOTO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01D859-9AC2-0C43-84AF-3D6A724796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8458200"/>
            <a:ext cx="14630400" cy="6858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7F23788-9A9E-6548-9D8C-332EA2A1013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5421" y="3470624"/>
            <a:ext cx="7644721" cy="1470343"/>
          </a:xfrm>
        </p:spPr>
        <p:txBody>
          <a:bodyPr wrap="square" anchor="ctr" anchorCtr="0">
            <a:noAutofit/>
          </a:bodyPr>
          <a:lstStyle>
            <a:lvl1pPr marL="15875" indent="0" algn="l">
              <a:lnSpc>
                <a:spcPts val="7800"/>
              </a:lnSpc>
              <a:tabLst/>
              <a:defRPr sz="8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629178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84">
          <p15:clr>
            <a:srgbClr val="FBAE40"/>
          </p15:clr>
        </p15:guide>
        <p15:guide id="2" pos="8640">
          <p15:clr>
            <a:srgbClr val="FBAE40"/>
          </p15:clr>
        </p15:guide>
        <p15:guide id="3" pos="576">
          <p15:clr>
            <a:srgbClr val="FBAE40"/>
          </p15:clr>
        </p15:guide>
        <p15:guide id="4" orient="horz" pos="576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Section no Image">
    <p:bg>
      <p:bgPr>
        <a:solidFill>
          <a:srgbClr val="DC7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55421" y="3470624"/>
            <a:ext cx="7644721" cy="1470343"/>
          </a:xfrm>
        </p:spPr>
        <p:txBody>
          <a:bodyPr wrap="square" anchor="ctr" anchorCtr="0">
            <a:noAutofit/>
          </a:bodyPr>
          <a:lstStyle>
            <a:lvl1pPr marL="15875" indent="0" algn="l">
              <a:lnSpc>
                <a:spcPts val="7800"/>
              </a:lnSpc>
              <a:tabLst/>
              <a:defRPr sz="8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268DF0-3533-9549-A397-DAF50C7994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5400000">
            <a:off x="6895629" y="7059454"/>
            <a:ext cx="14813269" cy="694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366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84">
          <p15:clr>
            <a:srgbClr val="FBAE40"/>
          </p15:clr>
        </p15:guide>
        <p15:guide id="2" pos="8640">
          <p15:clr>
            <a:srgbClr val="FBAE40"/>
          </p15:clr>
        </p15:guide>
        <p15:guide id="3" pos="576">
          <p15:clr>
            <a:srgbClr val="FBAE40"/>
          </p15:clr>
        </p15:guide>
        <p15:guide id="4" orient="horz" pos="576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ext /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383DBC9-D9A9-9449-9F81-19D1111117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37558" y="0"/>
            <a:ext cx="4892842" cy="9144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PLACE </a:t>
            </a:r>
            <a:br>
              <a:rPr lang="en-US"/>
            </a:br>
            <a:r>
              <a:rPr lang="en-US"/>
              <a:t>A SINGLE VERTICAL</a:t>
            </a:r>
            <a:br>
              <a:rPr lang="en-US"/>
            </a:br>
            <a:r>
              <a:rPr lang="en-US"/>
              <a:t>PHOTO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232" y="807676"/>
            <a:ext cx="6737684" cy="1518429"/>
          </a:xfrm>
        </p:spPr>
        <p:txBody>
          <a:bodyPr wrap="square">
            <a:noAutofit/>
          </a:bodyPr>
          <a:lstStyle>
            <a:lvl1pPr>
              <a:defRPr>
                <a:solidFill>
                  <a:srgbClr val="DC7A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2316" y="2787093"/>
            <a:ext cx="6822706" cy="2062103"/>
          </a:xfrm>
        </p:spPr>
        <p:txBody>
          <a:bodyPr/>
          <a:lstStyle>
            <a:lvl1pPr>
              <a:buClr>
                <a:srgbClr val="DC7A00"/>
              </a:buClr>
              <a:defRPr>
                <a:solidFill>
                  <a:srgbClr val="4A4A4A"/>
                </a:solidFill>
              </a:defRPr>
            </a:lvl1pPr>
            <a:lvl2pPr>
              <a:buClr>
                <a:srgbClr val="DC7A00"/>
              </a:buClr>
              <a:defRPr>
                <a:solidFill>
                  <a:srgbClr val="4A4A4A"/>
                </a:solidFill>
              </a:defRPr>
            </a:lvl2pPr>
            <a:lvl3pPr>
              <a:buClr>
                <a:srgbClr val="DC7A00"/>
              </a:buClr>
              <a:defRPr>
                <a:solidFill>
                  <a:srgbClr val="4A4A4A"/>
                </a:solidFill>
              </a:defRPr>
            </a:lvl3pPr>
            <a:lvl4pPr>
              <a:buClr>
                <a:srgbClr val="DC7A00"/>
              </a:buClr>
              <a:defRPr>
                <a:solidFill>
                  <a:srgbClr val="4A4A4A"/>
                </a:solidFill>
              </a:defRPr>
            </a:lvl4pPr>
            <a:lvl5pPr>
              <a:buClr>
                <a:srgbClr val="DC7A00"/>
              </a:buClr>
              <a:defRPr>
                <a:solidFill>
                  <a:srgbClr val="4A4A4A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ABD238D-7314-7444-AB45-62890A9BD50C}"/>
              </a:ext>
            </a:extLst>
          </p:cNvPr>
          <p:cNvSpPr txBox="1">
            <a:spLocks/>
          </p:cNvSpPr>
          <p:nvPr userDrawn="1"/>
        </p:nvSpPr>
        <p:spPr>
          <a:xfrm>
            <a:off x="866275" y="8394924"/>
            <a:ext cx="12629949" cy="486833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Assistant" pitchFamily="2" charset="-79"/>
                <a:ea typeface="+mn-ea"/>
                <a:cs typeface="Assistant" pitchFamily="2" charset="-79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7AEFDB2-595C-554A-8073-832D45AC40EF}" type="slidenum">
              <a:rPr lang="en-US" smtClean="0"/>
              <a:pPr/>
              <a:t>‹#›</a:t>
            </a:fld>
            <a:r>
              <a:rPr lang="en-US"/>
              <a:t>      </a:t>
            </a:r>
            <a:r>
              <a:rPr lang="en-US" err="1"/>
              <a:t>www.capitalareafoodbank.org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854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84">
          <p15:clr>
            <a:srgbClr val="FBAE40"/>
          </p15:clr>
        </p15:guide>
        <p15:guide id="2" pos="576">
          <p15:clr>
            <a:srgbClr val="FBAE40"/>
          </p15:clr>
        </p15:guide>
        <p15:guide id="3" pos="8640">
          <p15:clr>
            <a:srgbClr val="FBAE40"/>
          </p15:clr>
        </p15:guide>
        <p15:guide id="4" orient="horz" pos="576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231" y="807676"/>
            <a:ext cx="12629949" cy="1518429"/>
          </a:xfrm>
        </p:spPr>
        <p:txBody>
          <a:bodyPr wrap="square">
            <a:noAutofit/>
          </a:bodyPr>
          <a:lstStyle>
            <a:lvl1pPr>
              <a:defRPr>
                <a:solidFill>
                  <a:srgbClr val="DC7A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2315" y="2787093"/>
            <a:ext cx="12629949" cy="5549231"/>
          </a:xfrm>
        </p:spPr>
        <p:txBody>
          <a:bodyPr/>
          <a:lstStyle>
            <a:lvl1pPr>
              <a:buClr>
                <a:srgbClr val="DC7A00"/>
              </a:buClr>
              <a:defRPr>
                <a:solidFill>
                  <a:srgbClr val="4A4A4A"/>
                </a:solidFill>
              </a:defRPr>
            </a:lvl1pPr>
            <a:lvl2pPr>
              <a:buClr>
                <a:srgbClr val="DC7A00"/>
              </a:buClr>
              <a:defRPr>
                <a:solidFill>
                  <a:srgbClr val="4A4A4A"/>
                </a:solidFill>
              </a:defRPr>
            </a:lvl2pPr>
            <a:lvl3pPr>
              <a:buClr>
                <a:srgbClr val="DC7A00"/>
              </a:buClr>
              <a:defRPr>
                <a:solidFill>
                  <a:srgbClr val="4A4A4A"/>
                </a:solidFill>
              </a:defRPr>
            </a:lvl3pPr>
            <a:lvl4pPr>
              <a:buClr>
                <a:srgbClr val="DC7A00"/>
              </a:buClr>
              <a:defRPr>
                <a:solidFill>
                  <a:srgbClr val="4A4A4A"/>
                </a:solidFill>
              </a:defRPr>
            </a:lvl4pPr>
            <a:lvl5pPr>
              <a:buClr>
                <a:srgbClr val="DC7A00"/>
              </a:buClr>
              <a:defRPr>
                <a:solidFill>
                  <a:srgbClr val="4A4A4A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ABD238D-7314-7444-AB45-62890A9BD50C}"/>
              </a:ext>
            </a:extLst>
          </p:cNvPr>
          <p:cNvSpPr txBox="1">
            <a:spLocks/>
          </p:cNvSpPr>
          <p:nvPr userDrawn="1"/>
        </p:nvSpPr>
        <p:spPr>
          <a:xfrm>
            <a:off x="866275" y="8394924"/>
            <a:ext cx="12629949" cy="486833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Assistant" pitchFamily="2" charset="-79"/>
                <a:ea typeface="+mn-ea"/>
                <a:cs typeface="Assistant" pitchFamily="2" charset="-79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7AEFDB2-595C-554A-8073-832D45AC40EF}" type="slidenum">
              <a:rPr lang="en-US" smtClean="0"/>
              <a:pPr/>
              <a:t>‹#›</a:t>
            </a:fld>
            <a:r>
              <a:rPr lang="en-US"/>
              <a:t>      </a:t>
            </a:r>
            <a:r>
              <a:rPr lang="en-US" err="1"/>
              <a:t>www.capitalareafoodbank.org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9523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84">
          <p15:clr>
            <a:srgbClr val="FBAE40"/>
          </p15:clr>
        </p15:guide>
        <p15:guide id="2" pos="576">
          <p15:clr>
            <a:srgbClr val="FBAE40"/>
          </p15:clr>
        </p15:guide>
        <p15:guide id="3" pos="8640">
          <p15:clr>
            <a:srgbClr val="FBAE40"/>
          </p15:clr>
        </p15:guide>
        <p15:guide id="4" orient="horz" pos="576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ext /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232" y="807676"/>
            <a:ext cx="5983705" cy="1518429"/>
          </a:xfrm>
        </p:spPr>
        <p:txBody>
          <a:bodyPr wrap="square">
            <a:noAutofit/>
          </a:bodyPr>
          <a:lstStyle>
            <a:lvl1pPr>
              <a:defRPr>
                <a:solidFill>
                  <a:srgbClr val="DC7A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2316" y="2787093"/>
            <a:ext cx="5983705" cy="2062103"/>
          </a:xfrm>
        </p:spPr>
        <p:txBody>
          <a:bodyPr/>
          <a:lstStyle>
            <a:lvl1pPr>
              <a:buClr>
                <a:srgbClr val="DC7A00"/>
              </a:buClr>
              <a:defRPr>
                <a:solidFill>
                  <a:srgbClr val="4A4A4A"/>
                </a:solidFill>
              </a:defRPr>
            </a:lvl1pPr>
            <a:lvl2pPr>
              <a:buClr>
                <a:srgbClr val="DC7A00"/>
              </a:buClr>
              <a:defRPr>
                <a:solidFill>
                  <a:srgbClr val="4A4A4A"/>
                </a:solidFill>
              </a:defRPr>
            </a:lvl2pPr>
            <a:lvl3pPr>
              <a:buClr>
                <a:srgbClr val="DC7A00"/>
              </a:buClr>
              <a:defRPr>
                <a:solidFill>
                  <a:srgbClr val="4A4A4A"/>
                </a:solidFill>
              </a:defRPr>
            </a:lvl3pPr>
            <a:lvl4pPr>
              <a:buClr>
                <a:srgbClr val="DC7A00"/>
              </a:buClr>
              <a:defRPr>
                <a:solidFill>
                  <a:srgbClr val="4A4A4A"/>
                </a:solidFill>
              </a:defRPr>
            </a:lvl4pPr>
            <a:lvl5pPr>
              <a:buClr>
                <a:srgbClr val="DC7A00"/>
              </a:buClr>
              <a:defRPr>
                <a:solidFill>
                  <a:srgbClr val="4A4A4A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F022D8A-5E95-404B-B6A6-CA4E3B50681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315199" y="914400"/>
            <a:ext cx="6400801" cy="7315200"/>
          </a:xfrm>
          <a:solidFill>
            <a:srgbClr val="F0F0E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CLICK ONE OF THE ICONS HERE </a:t>
            </a:r>
            <a:br>
              <a:rPr lang="en-US"/>
            </a:br>
            <a:r>
              <a:rPr lang="en-US"/>
              <a:t>TO INSERT AN IMAGE, CHART</a:t>
            </a:r>
            <a:br>
              <a:rPr lang="en-US"/>
            </a:br>
            <a:r>
              <a:rPr lang="en-US"/>
              <a:t>OR GRAPHIC, ETC.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95196F-83E8-5340-85A2-2A4EF22AB64D}"/>
              </a:ext>
            </a:extLst>
          </p:cNvPr>
          <p:cNvSpPr txBox="1">
            <a:spLocks/>
          </p:cNvSpPr>
          <p:nvPr userDrawn="1"/>
        </p:nvSpPr>
        <p:spPr>
          <a:xfrm>
            <a:off x="866275" y="8394924"/>
            <a:ext cx="12629949" cy="486833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Assistant" pitchFamily="2" charset="-79"/>
                <a:ea typeface="+mn-ea"/>
                <a:cs typeface="Assistant" pitchFamily="2" charset="-79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7AEFDB2-595C-554A-8073-832D45AC40EF}" type="slidenum">
              <a:rPr lang="en-US" smtClean="0"/>
              <a:pPr/>
              <a:t>‹#›</a:t>
            </a:fld>
            <a:r>
              <a:rPr lang="en-US"/>
              <a:t>      </a:t>
            </a:r>
            <a:r>
              <a:rPr lang="en-US" err="1"/>
              <a:t>www.capitalareafoodbank.org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063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84">
          <p15:clr>
            <a:srgbClr val="FBAE40"/>
          </p15:clr>
        </p15:guide>
        <p15:guide id="2" pos="576">
          <p15:clr>
            <a:srgbClr val="FBAE40"/>
          </p15:clr>
        </p15:guide>
        <p15:guide id="3" pos="8640">
          <p15:clr>
            <a:srgbClr val="FBAE40"/>
          </p15:clr>
        </p15:guide>
        <p15:guide id="4" orient="horz" pos="576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2 charts">
    <p:bg>
      <p:bgPr>
        <a:solidFill>
          <a:srgbClr val="F0F0E2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75" y="807677"/>
            <a:ext cx="12849725" cy="668198"/>
          </a:xfrm>
        </p:spPr>
        <p:txBody>
          <a:bodyPr wrap="square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7008027E-0CED-4947-97B4-EEB49F4F12A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66275" y="2170587"/>
            <a:ext cx="12849725" cy="6224337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CLICK ONE OF THE ICONS HERE </a:t>
            </a:r>
            <a:br>
              <a:rPr lang="en-US" dirty="0"/>
            </a:br>
            <a:r>
              <a:rPr lang="en-US" dirty="0"/>
              <a:t>TO INSERT AN IMAGE, CHART</a:t>
            </a:r>
            <a:br>
              <a:rPr lang="en-US" dirty="0"/>
            </a:br>
            <a:r>
              <a:rPr lang="en-US" dirty="0"/>
              <a:t>OR GRAPHIC, ETC.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DC28FB6-C924-DE41-98A4-702EA0FA0700}"/>
              </a:ext>
            </a:extLst>
          </p:cNvPr>
          <p:cNvSpPr txBox="1">
            <a:spLocks/>
          </p:cNvSpPr>
          <p:nvPr userDrawn="1"/>
        </p:nvSpPr>
        <p:spPr>
          <a:xfrm>
            <a:off x="866275" y="8394924"/>
            <a:ext cx="12629949" cy="486833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Assistant" pitchFamily="2" charset="-79"/>
                <a:ea typeface="+mn-ea"/>
                <a:cs typeface="Assistant" pitchFamily="2" charset="-79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7AEFDB2-595C-554A-8073-832D45AC40EF}" type="slidenum">
              <a:rPr lang="en-US" smtClean="0"/>
              <a:pPr/>
              <a:t>‹#›</a:t>
            </a:fld>
            <a:r>
              <a:rPr lang="en-US"/>
              <a:t>      </a:t>
            </a:r>
            <a:r>
              <a:rPr lang="en-US" err="1"/>
              <a:t>www.capitalareafoodbank.org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6732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84">
          <p15:clr>
            <a:srgbClr val="FBAE40"/>
          </p15:clr>
        </p15:guide>
        <p15:guide id="2" pos="576">
          <p15:clr>
            <a:srgbClr val="FBAE40"/>
          </p15:clr>
        </p15:guide>
        <p15:guide id="3" pos="8640">
          <p15:clr>
            <a:srgbClr val="FBAE40"/>
          </p15:clr>
        </p15:guide>
        <p15:guide id="4" orient="horz" pos="576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chart with image">
    <p:bg>
      <p:bgPr>
        <a:solidFill>
          <a:srgbClr val="F0F0E2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9116" y="807677"/>
            <a:ext cx="7956884" cy="668198"/>
          </a:xfrm>
        </p:spPr>
        <p:txBody>
          <a:bodyPr wrap="square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7008027E-0CED-4947-97B4-EEB49F4F12A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759117" y="2170587"/>
            <a:ext cx="7956883" cy="6224337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CLICK ONE OF THE ICONS HERE </a:t>
            </a:r>
            <a:br>
              <a:rPr lang="en-US" dirty="0"/>
            </a:br>
            <a:r>
              <a:rPr lang="en-US" dirty="0"/>
              <a:t>TO INSERT AN IMAGE, CHART</a:t>
            </a:r>
            <a:br>
              <a:rPr lang="en-US" dirty="0"/>
            </a:br>
            <a:r>
              <a:rPr lang="en-US" dirty="0"/>
              <a:t>OR GRAPHIC, ETC.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DC28FB6-C924-DE41-98A4-702EA0FA0700}"/>
              </a:ext>
            </a:extLst>
          </p:cNvPr>
          <p:cNvSpPr txBox="1">
            <a:spLocks/>
          </p:cNvSpPr>
          <p:nvPr userDrawn="1"/>
        </p:nvSpPr>
        <p:spPr>
          <a:xfrm>
            <a:off x="866275" y="8394924"/>
            <a:ext cx="12629949" cy="486833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Assistant" pitchFamily="2" charset="-79"/>
                <a:ea typeface="+mn-ea"/>
                <a:cs typeface="Assistant" pitchFamily="2" charset="-79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7AEFDB2-595C-554A-8073-832D45AC40EF}" type="slidenum">
              <a:rPr lang="en-US" smtClean="0"/>
              <a:pPr/>
              <a:t>‹#›</a:t>
            </a:fld>
            <a:r>
              <a:rPr lang="en-US"/>
              <a:t>      </a:t>
            </a:r>
            <a:r>
              <a:rPr lang="en-US" err="1"/>
              <a:t>www.capitalareafoodbank.org</a:t>
            </a:r>
            <a:endParaRPr lang="en-US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94699ECC-9700-031D-60CB-DC4FAC2C9B2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6533" y="0"/>
            <a:ext cx="4892842" cy="9144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PLACE </a:t>
            </a:r>
            <a:br>
              <a:rPr lang="en-US"/>
            </a:br>
            <a:r>
              <a:rPr lang="en-US"/>
              <a:t>A SINGLE VERTICAL</a:t>
            </a:r>
            <a:br>
              <a:rPr lang="en-US"/>
            </a:br>
            <a:r>
              <a:rPr lang="en-US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2907636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84">
          <p15:clr>
            <a:srgbClr val="FBAE40"/>
          </p15:clr>
        </p15:guide>
        <p15:guide id="2" pos="576">
          <p15:clr>
            <a:srgbClr val="FBAE40"/>
          </p15:clr>
        </p15:guide>
        <p15:guide id="3" pos="8640">
          <p15:clr>
            <a:srgbClr val="FBAE40"/>
          </p15:clr>
        </p15:guide>
        <p15:guide id="4" orient="horz" pos="576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2 Photos with Title">
    <p:bg>
      <p:bgPr>
        <a:solidFill>
          <a:srgbClr val="F0F0E2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232" y="807677"/>
            <a:ext cx="12865768" cy="668198"/>
          </a:xfrm>
        </p:spPr>
        <p:txBody>
          <a:bodyPr wrap="square">
            <a:noAutofit/>
          </a:bodyPr>
          <a:lstStyle>
            <a:lvl1pPr>
              <a:defRPr>
                <a:solidFill>
                  <a:srgbClr val="DC7A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5947A4F-24BA-F540-93EE-E71F3959368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005263"/>
            <a:ext cx="6176963" cy="6224337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CLICK ONE OF THE ICONS HERE </a:t>
            </a:r>
            <a:br>
              <a:rPr lang="en-US"/>
            </a:br>
            <a:r>
              <a:rPr lang="en-US"/>
              <a:t>TO INSERT AN IMAGE, CHART</a:t>
            </a:r>
            <a:br>
              <a:rPr lang="en-US"/>
            </a:br>
            <a:r>
              <a:rPr lang="en-US"/>
              <a:t>OR GRAPHIC, ETC.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7008027E-0CED-4947-97B4-EEB49F4F12A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543800" y="2005263"/>
            <a:ext cx="6176963" cy="6224337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CLICK ONE OF THE ICONS HERE </a:t>
            </a:r>
            <a:br>
              <a:rPr lang="en-US"/>
            </a:br>
            <a:r>
              <a:rPr lang="en-US"/>
              <a:t>TO INSERT AN IMAGE, CHART</a:t>
            </a:r>
            <a:br>
              <a:rPr lang="en-US"/>
            </a:br>
            <a:r>
              <a:rPr lang="en-US"/>
              <a:t>OR GRAPHIC, ETC.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29AF1-C19D-5642-914E-D7585A089271}"/>
              </a:ext>
            </a:extLst>
          </p:cNvPr>
          <p:cNvSpPr txBox="1">
            <a:spLocks/>
          </p:cNvSpPr>
          <p:nvPr userDrawn="1"/>
        </p:nvSpPr>
        <p:spPr>
          <a:xfrm>
            <a:off x="866275" y="8394924"/>
            <a:ext cx="12629949" cy="486833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Assistant" pitchFamily="2" charset="-79"/>
                <a:ea typeface="+mn-ea"/>
                <a:cs typeface="Assistant" pitchFamily="2" charset="-79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7AEFDB2-595C-554A-8073-832D45AC40EF}" type="slidenum">
              <a:rPr lang="en-US" smtClean="0"/>
              <a:pPr/>
              <a:t>‹#›</a:t>
            </a:fld>
            <a:r>
              <a:rPr lang="en-US"/>
              <a:t>      </a:t>
            </a:r>
            <a:r>
              <a:rPr lang="en-US" err="1"/>
              <a:t>www.capitalareafoodbank.org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734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84">
          <p15:clr>
            <a:srgbClr val="FBAE40"/>
          </p15:clr>
        </p15:guide>
        <p15:guide id="2" pos="576">
          <p15:clr>
            <a:srgbClr val="FBAE40"/>
          </p15:clr>
        </p15:guide>
        <p15:guide id="3" pos="8640">
          <p15:clr>
            <a:srgbClr val="FBAE40"/>
          </p15:clr>
        </p15:guide>
        <p15:guide id="4" orient="horz" pos="576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hoto with Text Left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383DBC9-D9A9-9449-9F81-19D1111117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4630400" cy="9144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</a:t>
            </a:r>
            <a:br>
              <a:rPr lang="en-US"/>
            </a:br>
            <a:r>
              <a:rPr lang="en-US"/>
              <a:t>A PHOTO BACKGROUND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BA2053B-296E-504C-97CD-ABE6D09BF8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353" y="4748464"/>
            <a:ext cx="5833872" cy="3822192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35243" y="5283424"/>
            <a:ext cx="4606179" cy="844661"/>
          </a:xfrm>
        </p:spPr>
        <p:txBody>
          <a:bodyPr wrap="square">
            <a:noAutofit/>
          </a:bodyPr>
          <a:lstStyle>
            <a:lvl1pPr>
              <a:defRPr sz="3600">
                <a:solidFill>
                  <a:srgbClr val="4E8227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301AA71-52FF-0742-9F98-19B73551C3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19200" y="6368883"/>
            <a:ext cx="4636168" cy="1636713"/>
          </a:xfrm>
        </p:spPr>
        <p:txBody>
          <a:bodyPr/>
          <a:lstStyle>
            <a:lvl1pPr marL="0" indent="0">
              <a:buNone/>
              <a:defRPr sz="2000">
                <a:solidFill>
                  <a:srgbClr val="4A4A4A"/>
                </a:solidFill>
              </a:defRPr>
            </a:lvl1pPr>
            <a:lvl2pPr marL="548640" indent="0">
              <a:buNone/>
              <a:defRPr sz="2000">
                <a:solidFill>
                  <a:srgbClr val="4A4A4A"/>
                </a:solidFill>
              </a:defRPr>
            </a:lvl2pPr>
            <a:lvl3pPr marL="1097280" indent="0">
              <a:buNone/>
              <a:defRPr sz="1800">
                <a:solidFill>
                  <a:srgbClr val="4A4A4A"/>
                </a:solidFill>
              </a:defRPr>
            </a:lvl3pPr>
            <a:lvl4pPr marL="1645920" indent="0">
              <a:buNone/>
              <a:defRPr sz="1800">
                <a:solidFill>
                  <a:srgbClr val="4A4A4A"/>
                </a:solidFill>
              </a:defRPr>
            </a:lvl4pPr>
            <a:lvl5pPr marL="2194560" indent="0">
              <a:buNone/>
              <a:defRPr sz="1600">
                <a:solidFill>
                  <a:srgbClr val="4A4A4A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00975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84">
          <p15:clr>
            <a:srgbClr val="FBAE40"/>
          </p15:clr>
        </p15:guide>
        <p15:guide id="2" pos="576">
          <p15:clr>
            <a:srgbClr val="FBAE40"/>
          </p15:clr>
        </p15:guide>
        <p15:guide id="3" pos="8640">
          <p15:clr>
            <a:srgbClr val="FBAE40"/>
          </p15:clr>
        </p15:guide>
        <p15:guide id="4" orient="horz" pos="576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hoto with Text Right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383DBC9-D9A9-9449-9F81-19D1111117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4630400" cy="9144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</a:t>
            </a:r>
            <a:br>
              <a:rPr lang="en-US"/>
            </a:br>
            <a:r>
              <a:rPr lang="en-US"/>
              <a:t>A PHOTO BACKGROUND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CFB2EAF-70D7-334C-8440-E10F21186C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66015" y="4748464"/>
            <a:ext cx="5833872" cy="3822192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B9D970-347C-1F4C-BDD0-A018B36BB3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26905" y="5283424"/>
            <a:ext cx="4606179" cy="844661"/>
          </a:xfrm>
        </p:spPr>
        <p:txBody>
          <a:bodyPr wrap="square">
            <a:noAutofit/>
          </a:bodyPr>
          <a:lstStyle>
            <a:lvl1pPr>
              <a:defRPr sz="3600">
                <a:solidFill>
                  <a:srgbClr val="4E8227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2CD7CD8-DE85-DB44-95EA-46D736381E3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710862" y="6368883"/>
            <a:ext cx="4636168" cy="1636713"/>
          </a:xfrm>
        </p:spPr>
        <p:txBody>
          <a:bodyPr/>
          <a:lstStyle>
            <a:lvl1pPr marL="0" indent="0">
              <a:buNone/>
              <a:defRPr sz="2000">
                <a:solidFill>
                  <a:srgbClr val="4A4A4A"/>
                </a:solidFill>
              </a:defRPr>
            </a:lvl1pPr>
            <a:lvl2pPr marL="548640" indent="0">
              <a:buNone/>
              <a:defRPr sz="2000">
                <a:solidFill>
                  <a:srgbClr val="4A4A4A"/>
                </a:solidFill>
              </a:defRPr>
            </a:lvl2pPr>
            <a:lvl3pPr marL="1097280" indent="0">
              <a:buNone/>
              <a:defRPr sz="1800">
                <a:solidFill>
                  <a:srgbClr val="4A4A4A"/>
                </a:solidFill>
              </a:defRPr>
            </a:lvl3pPr>
            <a:lvl4pPr marL="1645920" indent="0">
              <a:buNone/>
              <a:defRPr sz="1800">
                <a:solidFill>
                  <a:srgbClr val="4A4A4A"/>
                </a:solidFill>
              </a:defRPr>
            </a:lvl4pPr>
            <a:lvl5pPr marL="2194560" indent="0">
              <a:buNone/>
              <a:defRPr sz="1600">
                <a:solidFill>
                  <a:srgbClr val="4A4A4A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10173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84">
          <p15:clr>
            <a:srgbClr val="FBAE40"/>
          </p15:clr>
        </p15:guide>
        <p15:guide id="2" pos="576">
          <p15:clr>
            <a:srgbClr val="FBAE40"/>
          </p15:clr>
        </p15:guide>
        <p15:guide id="3" pos="8640">
          <p15:clr>
            <a:srgbClr val="FBAE40"/>
          </p15:clr>
        </p15:guide>
        <p15:guide id="4" orient="horz" pos="576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hoto with Text Left -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383DBC9-D9A9-9449-9F81-19D1111117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4630400" cy="9144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</a:t>
            </a:r>
            <a:br>
              <a:rPr lang="en-US"/>
            </a:br>
            <a:r>
              <a:rPr lang="en-US"/>
              <a:t>A PHOTO BACKGROUND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CFB2EAF-70D7-334C-8440-E10F21186C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353" y="4748464"/>
            <a:ext cx="5833872" cy="3822192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B9D970-347C-1F4C-BDD0-A018B36BB3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5243" y="5283424"/>
            <a:ext cx="4606179" cy="844661"/>
          </a:xfrm>
        </p:spPr>
        <p:txBody>
          <a:bodyPr wrap="square">
            <a:noAutofit/>
          </a:bodyPr>
          <a:lstStyle>
            <a:lvl1pPr>
              <a:defRPr sz="3600">
                <a:solidFill>
                  <a:srgbClr val="DC7A00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2CD7CD8-DE85-DB44-95EA-46D736381E3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19200" y="6368883"/>
            <a:ext cx="4636168" cy="1636713"/>
          </a:xfrm>
        </p:spPr>
        <p:txBody>
          <a:bodyPr/>
          <a:lstStyle>
            <a:lvl1pPr marL="0" indent="0">
              <a:buNone/>
              <a:defRPr sz="2000">
                <a:solidFill>
                  <a:srgbClr val="4A4A4A"/>
                </a:solidFill>
              </a:defRPr>
            </a:lvl1pPr>
            <a:lvl2pPr marL="548640" indent="0">
              <a:buNone/>
              <a:defRPr sz="2000">
                <a:solidFill>
                  <a:srgbClr val="4A4A4A"/>
                </a:solidFill>
              </a:defRPr>
            </a:lvl2pPr>
            <a:lvl3pPr marL="1097280" indent="0">
              <a:buNone/>
              <a:defRPr sz="1800">
                <a:solidFill>
                  <a:srgbClr val="4A4A4A"/>
                </a:solidFill>
              </a:defRPr>
            </a:lvl3pPr>
            <a:lvl4pPr marL="1645920" indent="0">
              <a:buNone/>
              <a:defRPr sz="1800">
                <a:solidFill>
                  <a:srgbClr val="4A4A4A"/>
                </a:solidFill>
              </a:defRPr>
            </a:lvl4pPr>
            <a:lvl5pPr marL="2194560" indent="0">
              <a:buNone/>
              <a:defRPr sz="1600">
                <a:solidFill>
                  <a:srgbClr val="4A4A4A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73888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84">
          <p15:clr>
            <a:srgbClr val="FBAE40"/>
          </p15:clr>
        </p15:guide>
        <p15:guide id="2" pos="576">
          <p15:clr>
            <a:srgbClr val="FBAE40"/>
          </p15:clr>
        </p15:guide>
        <p15:guide id="3" pos="8640">
          <p15:clr>
            <a:srgbClr val="FBAE40"/>
          </p15:clr>
        </p15:guide>
        <p15:guide id="4" orient="horz" pos="576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hoto with Text Right -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383DBC9-D9A9-9449-9F81-19D1111117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4630400" cy="9144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</a:t>
            </a:r>
            <a:br>
              <a:rPr lang="en-US"/>
            </a:br>
            <a:r>
              <a:rPr lang="en-US"/>
              <a:t>A PHOTO BACKGROUND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E2672F2B-8135-FA42-B347-BA0250E515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66015" y="4748464"/>
            <a:ext cx="5833872" cy="3822192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4E3FD41-636E-924E-B5E8-18D51A5C5A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26905" y="5283424"/>
            <a:ext cx="4606179" cy="844661"/>
          </a:xfrm>
        </p:spPr>
        <p:txBody>
          <a:bodyPr wrap="square">
            <a:noAutofit/>
          </a:bodyPr>
          <a:lstStyle>
            <a:lvl1pPr>
              <a:defRPr sz="3600">
                <a:solidFill>
                  <a:srgbClr val="DC7A00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C872BBF-95C2-3A47-9647-AAE9565EA2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710862" y="6368883"/>
            <a:ext cx="4636168" cy="1636713"/>
          </a:xfrm>
        </p:spPr>
        <p:txBody>
          <a:bodyPr/>
          <a:lstStyle>
            <a:lvl1pPr marL="0" indent="0">
              <a:buNone/>
              <a:defRPr sz="2000">
                <a:solidFill>
                  <a:srgbClr val="4A4A4A"/>
                </a:solidFill>
              </a:defRPr>
            </a:lvl1pPr>
            <a:lvl2pPr marL="548640" indent="0">
              <a:buNone/>
              <a:defRPr sz="2000">
                <a:solidFill>
                  <a:srgbClr val="4A4A4A"/>
                </a:solidFill>
              </a:defRPr>
            </a:lvl2pPr>
            <a:lvl3pPr marL="1097280" indent="0">
              <a:buNone/>
              <a:defRPr sz="1800">
                <a:solidFill>
                  <a:srgbClr val="4A4A4A"/>
                </a:solidFill>
              </a:defRPr>
            </a:lvl3pPr>
            <a:lvl4pPr marL="1645920" indent="0">
              <a:buNone/>
              <a:defRPr sz="1800">
                <a:solidFill>
                  <a:srgbClr val="4A4A4A"/>
                </a:solidFill>
              </a:defRPr>
            </a:lvl4pPr>
            <a:lvl5pPr marL="2194560" indent="0">
              <a:buNone/>
              <a:defRPr sz="1600">
                <a:solidFill>
                  <a:srgbClr val="4A4A4A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60814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84">
          <p15:clr>
            <a:srgbClr val="FBAE40"/>
          </p15:clr>
        </p15:guide>
        <p15:guide id="2" pos="576">
          <p15:clr>
            <a:srgbClr val="FBAE40"/>
          </p15:clr>
        </p15:guide>
        <p15:guide id="3" pos="8640">
          <p15:clr>
            <a:srgbClr val="FBAE40"/>
          </p15:clr>
        </p15:guide>
        <p15:guide id="4" orient="horz" pos="576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$1 = 2.5 meals">
    <p:bg>
      <p:bgPr>
        <a:solidFill>
          <a:srgbClr val="DC7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2FBA532-1C3E-7843-8654-0AF575F618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C29BFCB-7D82-DE49-AC55-44F3AD5C742F}"/>
              </a:ext>
            </a:extLst>
          </p:cNvPr>
          <p:cNvSpPr txBox="1">
            <a:spLocks/>
          </p:cNvSpPr>
          <p:nvPr userDrawn="1"/>
        </p:nvSpPr>
        <p:spPr>
          <a:xfrm>
            <a:off x="866275" y="8394924"/>
            <a:ext cx="12629949" cy="486833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Assistant" pitchFamily="2" charset="-79"/>
                <a:ea typeface="+mn-ea"/>
                <a:cs typeface="Assistant" pitchFamily="2" charset="-79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7AEFDB2-595C-554A-8073-832D45AC40EF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>
                <a:solidFill>
                  <a:schemeClr val="bg1"/>
                </a:solidFill>
              </a:rPr>
              <a:t>      </a:t>
            </a:r>
            <a:r>
              <a:rPr lang="en-US" err="1">
                <a:solidFill>
                  <a:schemeClr val="bg1"/>
                </a:solidFill>
              </a:rPr>
              <a:t>www.capitalareafoodbank.org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2659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84">
          <p15:clr>
            <a:srgbClr val="FBAE40"/>
          </p15:clr>
        </p15:guide>
        <p15:guide id="2" pos="8640">
          <p15:clr>
            <a:srgbClr val="FBAE40"/>
          </p15:clr>
        </p15:guide>
        <p15:guide id="3" pos="576">
          <p15:clr>
            <a:srgbClr val="FBAE40"/>
          </p15:clr>
        </p15:guide>
        <p15:guide id="4" orient="horz" pos="576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arly 10%">
    <p:bg>
      <p:bgPr>
        <a:solidFill>
          <a:srgbClr val="F6CF3E">
            <a:alpha val="85098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FA7701D-7DA1-FF4E-B948-48FB79C3A8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A2E2E6D-2091-8645-B233-B6B601A1E34F}"/>
              </a:ext>
            </a:extLst>
          </p:cNvPr>
          <p:cNvSpPr txBox="1">
            <a:spLocks/>
          </p:cNvSpPr>
          <p:nvPr userDrawn="1"/>
        </p:nvSpPr>
        <p:spPr>
          <a:xfrm>
            <a:off x="866275" y="8394924"/>
            <a:ext cx="12629949" cy="486833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Assistant" pitchFamily="2" charset="-79"/>
                <a:ea typeface="+mn-ea"/>
                <a:cs typeface="Assistant" pitchFamily="2" charset="-79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7AEFDB2-595C-554A-8073-832D45AC40EF}" type="slidenum">
              <a:rPr lang="en-US" smtClean="0"/>
              <a:pPr/>
              <a:t>‹#›</a:t>
            </a:fld>
            <a:r>
              <a:rPr lang="en-US"/>
              <a:t>      </a:t>
            </a:r>
            <a:r>
              <a:rPr lang="en-US" err="1"/>
              <a:t>www.capitalareafoodbank.org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699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84">
          <p15:clr>
            <a:srgbClr val="FBAE40"/>
          </p15:clr>
        </p15:guide>
        <p15:guide id="2" pos="8640">
          <p15:clr>
            <a:srgbClr val="FBAE40"/>
          </p15:clr>
        </p15:guide>
        <p15:guide id="3" pos="576">
          <p15:clr>
            <a:srgbClr val="FBAE40"/>
          </p15:clr>
        </p15:guide>
        <p15:guide id="4" orient="horz" pos="576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 Million Meals">
    <p:bg>
      <p:bgPr>
        <a:solidFill>
          <a:srgbClr val="004B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B8FF6C0-AC99-614E-99E7-43F238A39E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2E433D7-42A9-3746-91F5-50DCA8B597B5}"/>
              </a:ext>
            </a:extLst>
          </p:cNvPr>
          <p:cNvSpPr txBox="1">
            <a:spLocks/>
          </p:cNvSpPr>
          <p:nvPr userDrawn="1"/>
        </p:nvSpPr>
        <p:spPr>
          <a:xfrm>
            <a:off x="866275" y="8394924"/>
            <a:ext cx="12629949" cy="486833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Assistant" pitchFamily="2" charset="-79"/>
                <a:ea typeface="+mn-ea"/>
                <a:cs typeface="Assistant" pitchFamily="2" charset="-79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7AEFDB2-595C-554A-8073-832D45AC40EF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>
                <a:solidFill>
                  <a:schemeClr val="bg1"/>
                </a:solidFill>
              </a:rPr>
              <a:t>      </a:t>
            </a:r>
            <a:r>
              <a:rPr lang="en-US" err="1">
                <a:solidFill>
                  <a:schemeClr val="bg1"/>
                </a:solidFill>
              </a:rPr>
              <a:t>www.capitalareafoodbank.org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46692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84">
          <p15:clr>
            <a:srgbClr val="FBAE40"/>
          </p15:clr>
        </p15:guide>
        <p15:guide id="2" pos="8640">
          <p15:clr>
            <a:srgbClr val="FBAE40"/>
          </p15:clr>
        </p15:guide>
        <p15:guide id="3" pos="576">
          <p15:clr>
            <a:srgbClr val="FBAE40"/>
          </p15:clr>
        </p15:guide>
        <p15:guide id="4" orient="horz" pos="576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rgbClr val="82C5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21154463-7093-8745-9262-7EF1B5FD28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241CE90-2C6D-0241-8C0F-C52329A6EB22}"/>
              </a:ext>
            </a:extLst>
          </p:cNvPr>
          <p:cNvSpPr txBox="1">
            <a:spLocks/>
          </p:cNvSpPr>
          <p:nvPr userDrawn="1"/>
        </p:nvSpPr>
        <p:spPr>
          <a:xfrm>
            <a:off x="866275" y="8394924"/>
            <a:ext cx="12629949" cy="486833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Assistant" pitchFamily="2" charset="-79"/>
                <a:ea typeface="+mn-ea"/>
                <a:cs typeface="Assistant" pitchFamily="2" charset="-79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7AEFDB2-595C-554A-8073-832D45AC40EF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>
                <a:solidFill>
                  <a:schemeClr val="bg1"/>
                </a:solidFill>
              </a:rPr>
              <a:t>      </a:t>
            </a:r>
            <a:r>
              <a:rPr lang="en-US" err="1">
                <a:solidFill>
                  <a:schemeClr val="bg1"/>
                </a:solidFill>
              </a:rPr>
              <a:t>www.capitalareafoodbank.org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C0359AC-9AD8-1B4C-97E2-B7F40CB9C9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4694" y="3096798"/>
            <a:ext cx="6497053" cy="261419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lang="en-US" sz="2400" smtClean="0">
                <a:solidFill>
                  <a:srgbClr val="004B26"/>
                </a:solidFill>
                <a:effectLst/>
              </a:defRPr>
            </a:lvl1pPr>
          </a:lstStyle>
          <a:p>
            <a:r>
              <a:rPr lang="en-US">
                <a:solidFill>
                  <a:srgbClr val="005B32"/>
                </a:solidFill>
                <a:effectLst/>
                <a:latin typeface="Assistant" pitchFamily="2" charset="-79"/>
                <a:cs typeface="Assistant" pitchFamily="2" charset="-79"/>
              </a:rPr>
              <a:t>We don’t know what children face before they come to the center or when they leave the center, but we do know that while they are here they are able to get a nutritious meal. The fact that Capital Area Food Bank provides them with these fresh fruits and vegetables is great because they may not receive them otherwise.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F759CAE-5CB5-B646-A7A2-7918C1516D5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57002" y="1916364"/>
            <a:ext cx="2222500" cy="1397000"/>
          </a:xfrm>
          <a:prstGeom prst="rect">
            <a:avLst/>
          </a:prstGeom>
        </p:spPr>
      </p:pic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5D6648B0-060C-5E42-848D-29A16CAC7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0684" y="5995736"/>
            <a:ext cx="6549189" cy="54944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lang="en-US" sz="2000" b="1" smtClean="0">
                <a:solidFill>
                  <a:srgbClr val="4E8227"/>
                </a:solidFill>
                <a:effectLst/>
              </a:defRPr>
            </a:lvl1pPr>
          </a:lstStyle>
          <a:p>
            <a:r>
              <a:rPr lang="en-US">
                <a:solidFill>
                  <a:srgbClr val="005B32"/>
                </a:solidFill>
                <a:effectLst/>
                <a:latin typeface="Assistant" pitchFamily="2" charset="-79"/>
                <a:cs typeface="Assistant" pitchFamily="2" charset="-79"/>
              </a:rPr>
              <a:t>ATTRIBUTION</a:t>
            </a:r>
          </a:p>
        </p:txBody>
      </p:sp>
    </p:spTree>
    <p:extLst>
      <p:ext uri="{BB962C8B-B14F-4D97-AF65-F5344CB8AC3E}">
        <p14:creationId xmlns:p14="http://schemas.microsoft.com/office/powerpoint/2010/main" val="27821706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84">
          <p15:clr>
            <a:srgbClr val="FBAE40"/>
          </p15:clr>
        </p15:guide>
        <p15:guide id="2" pos="8640">
          <p15:clr>
            <a:srgbClr val="FBAE40"/>
          </p15:clr>
        </p15:guide>
        <p15:guide id="3" pos="576">
          <p15:clr>
            <a:srgbClr val="FBAE40"/>
          </p15:clr>
        </p15:guide>
        <p15:guide id="4" orient="horz" pos="57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86834"/>
            <a:ext cx="10121360" cy="858697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434167"/>
            <a:ext cx="12618720" cy="206210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0CE903-9A21-7546-870A-96A73A9DE2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638" y="8475663"/>
            <a:ext cx="4937125" cy="485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640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95" r:id="rId3"/>
    <p:sldLayoutId id="2147483673" r:id="rId4"/>
    <p:sldLayoutId id="2147483676" r:id="rId5"/>
    <p:sldLayoutId id="2147483698" r:id="rId6"/>
    <p:sldLayoutId id="2147483662" r:id="rId7"/>
    <p:sldLayoutId id="2147483709" r:id="rId8"/>
    <p:sldLayoutId id="2147483708" r:id="rId9"/>
    <p:sldLayoutId id="2147483707" r:id="rId10"/>
    <p:sldLayoutId id="2147483704" r:id="rId11"/>
    <p:sldLayoutId id="2147483677" r:id="rId12"/>
    <p:sldLayoutId id="2147483674" r:id="rId13"/>
    <p:sldLayoutId id="2147483696" r:id="rId14"/>
    <p:sldLayoutId id="2147483687" r:id="rId15"/>
    <p:sldLayoutId id="2147483699" r:id="rId16"/>
    <p:sldLayoutId id="2147483688" r:id="rId17"/>
    <p:sldLayoutId id="2147483705" r:id="rId18"/>
    <p:sldLayoutId id="2147483702" r:id="rId19"/>
    <p:sldLayoutId id="2147483693" r:id="rId20"/>
    <p:sldLayoutId id="2147483675" r:id="rId21"/>
    <p:sldLayoutId id="2147483697" r:id="rId22"/>
    <p:sldLayoutId id="2147483685" r:id="rId23"/>
    <p:sldLayoutId id="2147483700" r:id="rId24"/>
    <p:sldLayoutId id="2147483686" r:id="rId25"/>
    <p:sldLayoutId id="2147483706" r:id="rId26"/>
    <p:sldLayoutId id="2147483703" r:id="rId27"/>
    <p:sldLayoutId id="2147483692" r:id="rId28"/>
    <p:sldLayoutId id="2147483679" r:id="rId29"/>
    <p:sldLayoutId id="2147483694" r:id="rId30"/>
    <p:sldLayoutId id="2147483691" r:id="rId31"/>
    <p:sldLayoutId id="2147483690" r:id="rId32"/>
    <p:sldLayoutId id="2147483681" r:id="rId33"/>
    <p:sldLayoutId id="2147483682" r:id="rId34"/>
    <p:sldLayoutId id="2147483683" r:id="rId35"/>
    <p:sldLayoutId id="2147483684" r:id="rId36"/>
  </p:sldLayoutIdLst>
  <p:hf hd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6200" b="1" kern="1200">
          <a:solidFill>
            <a:schemeClr val="tx1"/>
          </a:solidFill>
          <a:latin typeface="Assistant" pitchFamily="2" charset="-79"/>
          <a:ea typeface="+mj-ea"/>
          <a:cs typeface="Assistant" pitchFamily="2" charset="-79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System Font Regular"/>
        <a:buChar char="›"/>
        <a:defRPr sz="2800" kern="1200">
          <a:solidFill>
            <a:srgbClr val="4A4A4A"/>
          </a:solidFill>
          <a:latin typeface="Assistant" pitchFamily="2" charset="-79"/>
          <a:ea typeface="+mn-ea"/>
          <a:cs typeface="Assistant" pitchFamily="2" charset="-79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System Font Regular"/>
        <a:buChar char="›"/>
        <a:defRPr sz="2800" kern="1200">
          <a:solidFill>
            <a:srgbClr val="4A4A4A"/>
          </a:solidFill>
          <a:latin typeface="Assistant" pitchFamily="2" charset="-79"/>
          <a:ea typeface="+mn-ea"/>
          <a:cs typeface="Assistant" pitchFamily="2" charset="-79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System Font Regular"/>
        <a:buChar char="›"/>
        <a:defRPr sz="2400" kern="1200">
          <a:solidFill>
            <a:srgbClr val="4A4A4A"/>
          </a:solidFill>
          <a:latin typeface="Assistant" pitchFamily="2" charset="-79"/>
          <a:ea typeface="+mn-ea"/>
          <a:cs typeface="Assistant" pitchFamily="2" charset="-79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System Font Regular"/>
        <a:buChar char="›"/>
        <a:defRPr sz="2100" kern="1200">
          <a:solidFill>
            <a:srgbClr val="4A4A4A"/>
          </a:solidFill>
          <a:latin typeface="Assistant" pitchFamily="2" charset="-79"/>
          <a:ea typeface="+mn-ea"/>
          <a:cs typeface="Assistant" pitchFamily="2" charset="-79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System Font Regular"/>
        <a:buChar char="›"/>
        <a:defRPr sz="1900" kern="1200">
          <a:solidFill>
            <a:srgbClr val="4A4A4A"/>
          </a:solidFill>
          <a:latin typeface="Assistant" pitchFamily="2" charset="-79"/>
          <a:ea typeface="+mn-ea"/>
          <a:cs typeface="Assistant" pitchFamily="2" charset="-79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圖片版面配置區 1">
            <a:extLst>
              <a:ext uri="{FF2B5EF4-FFF2-40B4-BE49-F238E27FC236}">
                <a16:creationId xmlns:a16="http://schemas.microsoft.com/office/drawing/2014/main" id="{2E66A5CA-42CE-B1B9-512B-378BCB161E2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6CA3458-F2FF-9D36-0875-3CA5D78BC7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20DED6C-61A5-228A-EDF9-BD6CFE12C1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02BF065D-537C-AE61-0EAF-C0F440027B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A46EDA60-5BB1-5B3C-D235-70D0E9061087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9388699" y="7175500"/>
            <a:ext cx="5257800" cy="1968500"/>
          </a:xfrm>
        </p:spPr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3686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apital Area Food Bank">
      <a:dk1>
        <a:srgbClr val="4A4A4A"/>
      </a:dk1>
      <a:lt1>
        <a:sysClr val="window" lastClr="FFFFFF"/>
      </a:lt1>
      <a:dk2>
        <a:srgbClr val="004B26"/>
      </a:dk2>
      <a:lt2>
        <a:srgbClr val="F0F0E2"/>
      </a:lt2>
      <a:accent1>
        <a:srgbClr val="82C56A"/>
      </a:accent1>
      <a:accent2>
        <a:srgbClr val="4E8227"/>
      </a:accent2>
      <a:accent3>
        <a:srgbClr val="DC7A00"/>
      </a:accent3>
      <a:accent4>
        <a:srgbClr val="F6CF3E"/>
      </a:accent4>
      <a:accent5>
        <a:srgbClr val="F57B66"/>
      </a:accent5>
      <a:accent6>
        <a:srgbClr val="004B26"/>
      </a:accent6>
      <a:hlink>
        <a:srgbClr val="0563C1"/>
      </a:hlink>
      <a:folHlink>
        <a:srgbClr val="954F72"/>
      </a:folHlink>
    </a:clrScheme>
    <a:fontScheme name="Capital Area Food Bank">
      <a:majorFont>
        <a:latin typeface="Assistant ExtraBold"/>
        <a:ea typeface=""/>
        <a:cs typeface=""/>
      </a:majorFont>
      <a:minorFont>
        <a:latin typeface="Assistan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F02627552B0746B96E7746E0724E51" ma:contentTypeVersion="20" ma:contentTypeDescription="Create a new document." ma:contentTypeScope="" ma:versionID="458abb4bfa2cbbf797d510b83e57af4a">
  <xsd:schema xmlns:xsd="http://www.w3.org/2001/XMLSchema" xmlns:xs="http://www.w3.org/2001/XMLSchema" xmlns:p="http://schemas.microsoft.com/office/2006/metadata/properties" xmlns:ns2="9d0169de-2935-4579-a60b-5e54e352c10c" xmlns:ns3="d6fe752b-2d22-448c-873d-44ccd7779a85" targetNamespace="http://schemas.microsoft.com/office/2006/metadata/properties" ma:root="true" ma:fieldsID="fa864412db54c4c5ecfd4acde0f1f528" ns2:_="" ns3:_="">
    <xsd:import namespace="9d0169de-2935-4579-a60b-5e54e352c10c"/>
    <xsd:import namespace="d6fe752b-2d22-448c-873d-44ccd7779a8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0169de-2935-4579-a60b-5e54e352c1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40260574-f5ea-4813-af54-a91ef978e7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fe752b-2d22-448c-873d-44ccd7779a85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f665ef44-b88e-4428-9ebc-92ed6097139f}" ma:internalName="TaxCatchAll" ma:showField="CatchAllData" ma:web="d6fe752b-2d22-448c-873d-44ccd7779a8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d0169de-2935-4579-a60b-5e54e352c10c">
      <Terms xmlns="http://schemas.microsoft.com/office/infopath/2007/PartnerControls"/>
    </lcf76f155ced4ddcb4097134ff3c332f>
    <TaxCatchAll xmlns="d6fe752b-2d22-448c-873d-44ccd7779a85" xsi:nil="true"/>
    <SharedWithUsers xmlns="d6fe752b-2d22-448c-873d-44ccd7779a85">
      <UserInfo>
        <DisplayName>Grace Brown</DisplayName>
        <AccountId>14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7F8B7E29-E070-42F4-BFBF-2579D8F501F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759F452-CA88-4209-9ACB-8E3BE146DA1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0169de-2935-4579-a60b-5e54e352c10c"/>
    <ds:schemaRef ds:uri="d6fe752b-2d22-448c-873d-44ccd7779a8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19024EC-5C12-4162-8183-BD703CF5061D}">
  <ds:schemaRefs>
    <ds:schemaRef ds:uri="9d0169de-2935-4579-a60b-5e54e352c10c"/>
    <ds:schemaRef ds:uri="d6fe752b-2d22-448c-873d-44ccd7779a8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1665</TotalTime>
  <Words>0</Words>
  <Application>Microsoft Macintosh PowerPoint</Application>
  <PresentationFormat>自訂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System Font Regular</vt:lpstr>
      <vt:lpstr>Arial</vt:lpstr>
      <vt:lpstr>Assistant</vt:lpstr>
      <vt:lpstr>Calibri</vt:lpstr>
      <vt:lpstr>Office Theme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Perlozzo, Carey</dc:creator>
  <cp:lastModifiedBy>Hao Lin Chiang</cp:lastModifiedBy>
  <cp:revision>50</cp:revision>
  <cp:lastPrinted>2023-01-12T17:42:10Z</cp:lastPrinted>
  <dcterms:created xsi:type="dcterms:W3CDTF">2020-08-28T13:30:00Z</dcterms:created>
  <dcterms:modified xsi:type="dcterms:W3CDTF">2025-04-15T04:10:52Z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0x0101009AF02627552B0746B96E7746E0724E51</vt:lpwstr>
  </property>
  <property fmtid="{D5CDD505-2E9C-101B-9397-08002B2CF9AE}" pid="3" name="MediaServiceImageTags">
    <vt:lpwstr/>
  </property>
</Properties>
</file>